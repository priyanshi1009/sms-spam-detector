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7" r:id="rId2"/>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278F"/>
    <a:srgbClr val="FF3399"/>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12BE3E-8549-4F21-B26A-E67BE242C7FB}" v="96" dt="2026-07-15T06:56:37.3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mapriyanshi272@outlook.com" userId="44327f0062566f87" providerId="LiveId" clId="{31197025-9FB1-46E0-839A-E5ECCFF16461}"/>
    <pc:docChg chg="undo custSel addSld modSld sldOrd">
      <pc:chgData name="sharmapriyanshi272@outlook.com" userId="44327f0062566f87" providerId="LiveId" clId="{31197025-9FB1-46E0-839A-E5ECCFF16461}" dt="2026-07-15T06:57:28.881" v="2494" actId="1076"/>
      <pc:docMkLst>
        <pc:docMk/>
      </pc:docMkLst>
      <pc:sldChg chg="addSp delSp modSp mod modClrScheme chgLayout">
        <pc:chgData name="sharmapriyanshi272@outlook.com" userId="44327f0062566f87" providerId="LiveId" clId="{31197025-9FB1-46E0-839A-E5ECCFF16461}" dt="2026-07-15T04:44:32.798" v="454" actId="5793"/>
        <pc:sldMkLst>
          <pc:docMk/>
          <pc:sldMk cId="414318673" sldId="260"/>
        </pc:sldMkLst>
        <pc:spChg chg="add mod">
          <ac:chgData name="sharmapriyanshi272@outlook.com" userId="44327f0062566f87" providerId="LiveId" clId="{31197025-9FB1-46E0-839A-E5ECCFF16461}" dt="2026-07-15T03:57:08.637" v="33" actId="1076"/>
          <ac:spMkLst>
            <pc:docMk/>
            <pc:sldMk cId="414318673" sldId="260"/>
            <ac:spMk id="2" creationId="{2B2A704F-12F2-A6CD-5023-58CE2BF6B8B1}"/>
          </ac:spMkLst>
        </pc:spChg>
        <pc:spChg chg="add del mod">
          <ac:chgData name="sharmapriyanshi272@outlook.com" userId="44327f0062566f87" providerId="LiveId" clId="{31197025-9FB1-46E0-839A-E5ECCFF16461}" dt="2026-07-15T03:59:19.452" v="61" actId="11529"/>
          <ac:spMkLst>
            <pc:docMk/>
            <pc:sldMk cId="414318673" sldId="260"/>
            <ac:spMk id="3" creationId="{238FD946-93CC-0398-D041-ADE88379CBC3}"/>
          </ac:spMkLst>
        </pc:spChg>
        <pc:spChg chg="add del">
          <ac:chgData name="sharmapriyanshi272@outlook.com" userId="44327f0062566f87" providerId="LiveId" clId="{31197025-9FB1-46E0-839A-E5ECCFF16461}" dt="2026-07-15T03:59:16.730" v="57" actId="22"/>
          <ac:spMkLst>
            <pc:docMk/>
            <pc:sldMk cId="414318673" sldId="260"/>
            <ac:spMk id="5" creationId="{5A07177E-3634-5533-E989-92B73041332F}"/>
          </ac:spMkLst>
        </pc:spChg>
        <pc:spChg chg="add del">
          <ac:chgData name="sharmapriyanshi272@outlook.com" userId="44327f0062566f87" providerId="LiveId" clId="{31197025-9FB1-46E0-839A-E5ECCFF16461}" dt="2026-07-15T03:59:16.377" v="56" actId="22"/>
          <ac:spMkLst>
            <pc:docMk/>
            <pc:sldMk cId="414318673" sldId="260"/>
            <ac:spMk id="7" creationId="{66AA3451-DEDD-9154-6716-43960075E261}"/>
          </ac:spMkLst>
        </pc:spChg>
        <pc:spChg chg="add del">
          <ac:chgData name="sharmapriyanshi272@outlook.com" userId="44327f0062566f87" providerId="LiveId" clId="{31197025-9FB1-46E0-839A-E5ECCFF16461}" dt="2026-07-15T03:59:16.079" v="55" actId="22"/>
          <ac:spMkLst>
            <pc:docMk/>
            <pc:sldMk cId="414318673" sldId="260"/>
            <ac:spMk id="9" creationId="{B1537C7E-CBAB-06F1-FBD7-82E8ACA77A41}"/>
          </ac:spMkLst>
        </pc:spChg>
        <pc:spChg chg="add del mod">
          <ac:chgData name="sharmapriyanshi272@outlook.com" userId="44327f0062566f87" providerId="LiveId" clId="{31197025-9FB1-46E0-839A-E5ECCFF16461}" dt="2026-07-15T03:59:15.759" v="54" actId="22"/>
          <ac:spMkLst>
            <pc:docMk/>
            <pc:sldMk cId="414318673" sldId="260"/>
            <ac:spMk id="11" creationId="{36674EFD-A6A9-3C2B-EB3D-B012CBE87435}"/>
          </ac:spMkLst>
        </pc:spChg>
        <pc:spChg chg="add del mod">
          <ac:chgData name="sharmapriyanshi272@outlook.com" userId="44327f0062566f87" providerId="LiveId" clId="{31197025-9FB1-46E0-839A-E5ECCFF16461}" dt="2026-07-15T03:59:15.433" v="53" actId="22"/>
          <ac:spMkLst>
            <pc:docMk/>
            <pc:sldMk cId="414318673" sldId="260"/>
            <ac:spMk id="13" creationId="{6389CB63-957D-732A-A34C-32748828F29F}"/>
          </ac:spMkLst>
        </pc:spChg>
        <pc:spChg chg="add del mod">
          <ac:chgData name="sharmapriyanshi272@outlook.com" userId="44327f0062566f87" providerId="LiveId" clId="{31197025-9FB1-46E0-839A-E5ECCFF16461}" dt="2026-07-15T03:59:15.033" v="52" actId="22"/>
          <ac:spMkLst>
            <pc:docMk/>
            <pc:sldMk cId="414318673" sldId="260"/>
            <ac:spMk id="15" creationId="{139AA284-0594-9192-8A22-90129F40BEC8}"/>
          </ac:spMkLst>
        </pc:spChg>
        <pc:spChg chg="add mod">
          <ac:chgData name="sharmapriyanshi272@outlook.com" userId="44327f0062566f87" providerId="LiveId" clId="{31197025-9FB1-46E0-839A-E5ECCFF16461}" dt="2026-07-15T04:13:03.614" v="93" actId="1076"/>
          <ac:spMkLst>
            <pc:docMk/>
            <pc:sldMk cId="414318673" sldId="260"/>
            <ac:spMk id="16" creationId="{A5AF5955-5748-92A7-F8B8-D010C8A67C43}"/>
          </ac:spMkLst>
        </pc:spChg>
        <pc:spChg chg="add mod">
          <ac:chgData name="sharmapriyanshi272@outlook.com" userId="44327f0062566f87" providerId="LiveId" clId="{31197025-9FB1-46E0-839A-E5ECCFF16461}" dt="2026-07-15T04:12:35.986" v="88" actId="12789"/>
          <ac:spMkLst>
            <pc:docMk/>
            <pc:sldMk cId="414318673" sldId="260"/>
            <ac:spMk id="17" creationId="{197ABBD3-9E0A-A1D2-D3BB-3749FDF84062}"/>
          </ac:spMkLst>
        </pc:spChg>
        <pc:spChg chg="add mod">
          <ac:chgData name="sharmapriyanshi272@outlook.com" userId="44327f0062566f87" providerId="LiveId" clId="{31197025-9FB1-46E0-839A-E5ECCFF16461}" dt="2026-07-15T04:12:57.616" v="91" actId="1076"/>
          <ac:spMkLst>
            <pc:docMk/>
            <pc:sldMk cId="414318673" sldId="260"/>
            <ac:spMk id="18" creationId="{81C86C52-33DE-F690-D883-3A48929B1BD6}"/>
          </ac:spMkLst>
        </pc:spChg>
        <pc:spChg chg="add mod">
          <ac:chgData name="sharmapriyanshi272@outlook.com" userId="44327f0062566f87" providerId="LiveId" clId="{31197025-9FB1-46E0-839A-E5ECCFF16461}" dt="2026-07-15T04:25:51.383" v="176" actId="1076"/>
          <ac:spMkLst>
            <pc:docMk/>
            <pc:sldMk cId="414318673" sldId="260"/>
            <ac:spMk id="19" creationId="{05BB798A-C394-19A5-61CC-02EB88CAB3E5}"/>
          </ac:spMkLst>
        </pc:spChg>
        <pc:spChg chg="add mod">
          <ac:chgData name="sharmapriyanshi272@outlook.com" userId="44327f0062566f87" providerId="LiveId" clId="{31197025-9FB1-46E0-839A-E5ECCFF16461}" dt="2026-07-15T04:13:47.489" v="95" actId="408"/>
          <ac:spMkLst>
            <pc:docMk/>
            <pc:sldMk cId="414318673" sldId="260"/>
            <ac:spMk id="20" creationId="{77CCD7AB-8043-3CD1-2BC2-4C12DB48A1FB}"/>
          </ac:spMkLst>
        </pc:spChg>
        <pc:spChg chg="add mod">
          <ac:chgData name="sharmapriyanshi272@outlook.com" userId="44327f0062566f87" providerId="LiveId" clId="{31197025-9FB1-46E0-839A-E5ECCFF16461}" dt="2026-07-15T04:12:51.120" v="90" actId="1076"/>
          <ac:spMkLst>
            <pc:docMk/>
            <pc:sldMk cId="414318673" sldId="260"/>
            <ac:spMk id="21" creationId="{12F69F65-7633-BDCF-7F93-BAE95DD5B570}"/>
          </ac:spMkLst>
        </pc:spChg>
        <pc:spChg chg="add mod">
          <ac:chgData name="sharmapriyanshi272@outlook.com" userId="44327f0062566f87" providerId="LiveId" clId="{31197025-9FB1-46E0-839A-E5ECCFF16461}" dt="2026-07-15T04:12:43.923" v="89" actId="1076"/>
          <ac:spMkLst>
            <pc:docMk/>
            <pc:sldMk cId="414318673" sldId="260"/>
            <ac:spMk id="22" creationId="{A326B754-BAB9-2D4C-B111-6EC57A93507C}"/>
          </ac:spMkLst>
        </pc:spChg>
        <pc:spChg chg="add mod">
          <ac:chgData name="sharmapriyanshi272@outlook.com" userId="44327f0062566f87" providerId="LiveId" clId="{31197025-9FB1-46E0-839A-E5ECCFF16461}" dt="2026-07-15T04:13:36.678" v="94" actId="571"/>
          <ac:spMkLst>
            <pc:docMk/>
            <pc:sldMk cId="414318673" sldId="260"/>
            <ac:spMk id="23" creationId="{45D5BBD9-CB0E-A163-2FB8-DF7C57EA8778}"/>
          </ac:spMkLst>
        </pc:spChg>
        <pc:spChg chg="add mod">
          <ac:chgData name="sharmapriyanshi272@outlook.com" userId="44327f0062566f87" providerId="LiveId" clId="{31197025-9FB1-46E0-839A-E5ECCFF16461}" dt="2026-07-15T04:23:51.935" v="164" actId="1076"/>
          <ac:spMkLst>
            <pc:docMk/>
            <pc:sldMk cId="414318673" sldId="260"/>
            <ac:spMk id="24" creationId="{D79453E0-3E1E-3287-CD22-B4F07026A190}"/>
          </ac:spMkLst>
        </pc:spChg>
        <pc:spChg chg="add mod">
          <ac:chgData name="sharmapriyanshi272@outlook.com" userId="44327f0062566f87" providerId="LiveId" clId="{31197025-9FB1-46E0-839A-E5ECCFF16461}" dt="2026-07-15T04:19:16.230" v="132" actId="207"/>
          <ac:spMkLst>
            <pc:docMk/>
            <pc:sldMk cId="414318673" sldId="260"/>
            <ac:spMk id="25" creationId="{E81ABF71-E280-F02D-0B11-D7E727AA945E}"/>
          </ac:spMkLst>
        </pc:spChg>
        <pc:spChg chg="add mod">
          <ac:chgData name="sharmapriyanshi272@outlook.com" userId="44327f0062566f87" providerId="LiveId" clId="{31197025-9FB1-46E0-839A-E5ECCFF16461}" dt="2026-07-15T04:13:47.489" v="95" actId="408"/>
          <ac:spMkLst>
            <pc:docMk/>
            <pc:sldMk cId="414318673" sldId="260"/>
            <ac:spMk id="26" creationId="{49332A03-1C5B-2F3D-3C94-90A9E9C260C0}"/>
          </ac:spMkLst>
        </pc:spChg>
        <pc:spChg chg="add mod">
          <ac:chgData name="sharmapriyanshi272@outlook.com" userId="44327f0062566f87" providerId="LiveId" clId="{31197025-9FB1-46E0-839A-E5ECCFF16461}" dt="2026-07-15T04:21:35.925" v="149" actId="1076"/>
          <ac:spMkLst>
            <pc:docMk/>
            <pc:sldMk cId="414318673" sldId="260"/>
            <ac:spMk id="27" creationId="{DE0A732E-80C2-3C7A-0937-476E616DB44C}"/>
          </ac:spMkLst>
        </pc:spChg>
        <pc:spChg chg="add mod">
          <ac:chgData name="sharmapriyanshi272@outlook.com" userId="44327f0062566f87" providerId="LiveId" clId="{31197025-9FB1-46E0-839A-E5ECCFF16461}" dt="2026-07-15T04:16:09.259" v="110" actId="20577"/>
          <ac:spMkLst>
            <pc:docMk/>
            <pc:sldMk cId="414318673" sldId="260"/>
            <ac:spMk id="28" creationId="{248FCD3C-5DFB-85EB-97B1-0D33E418308B}"/>
          </ac:spMkLst>
        </pc:spChg>
        <pc:spChg chg="add mod">
          <ac:chgData name="sharmapriyanshi272@outlook.com" userId="44327f0062566f87" providerId="LiveId" clId="{31197025-9FB1-46E0-839A-E5ECCFF16461}" dt="2026-07-15T04:16:12.525" v="111" actId="20577"/>
          <ac:spMkLst>
            <pc:docMk/>
            <pc:sldMk cId="414318673" sldId="260"/>
            <ac:spMk id="29" creationId="{74C5375C-0529-B09E-EEED-36C0E8197CBA}"/>
          </ac:spMkLst>
        </pc:spChg>
        <pc:spChg chg="add mod">
          <ac:chgData name="sharmapriyanshi272@outlook.com" userId="44327f0062566f87" providerId="LiveId" clId="{31197025-9FB1-46E0-839A-E5ECCFF16461}" dt="2026-07-15T04:16:15.626" v="112" actId="20577"/>
          <ac:spMkLst>
            <pc:docMk/>
            <pc:sldMk cId="414318673" sldId="260"/>
            <ac:spMk id="30" creationId="{387DE109-0F65-B4F0-75FF-56C2BF4662AB}"/>
          </ac:spMkLst>
        </pc:spChg>
        <pc:spChg chg="add mod">
          <ac:chgData name="sharmapriyanshi272@outlook.com" userId="44327f0062566f87" providerId="LiveId" clId="{31197025-9FB1-46E0-839A-E5ECCFF16461}" dt="2026-07-15T04:16:18.148" v="113" actId="20577"/>
          <ac:spMkLst>
            <pc:docMk/>
            <pc:sldMk cId="414318673" sldId="260"/>
            <ac:spMk id="31" creationId="{4513B87F-AFB7-9E22-7108-2B3055150592}"/>
          </ac:spMkLst>
        </pc:spChg>
        <pc:spChg chg="add mod">
          <ac:chgData name="sharmapriyanshi272@outlook.com" userId="44327f0062566f87" providerId="LiveId" clId="{31197025-9FB1-46E0-839A-E5ECCFF16461}" dt="2026-07-15T04:16:20.333" v="114" actId="20577"/>
          <ac:spMkLst>
            <pc:docMk/>
            <pc:sldMk cId="414318673" sldId="260"/>
            <ac:spMk id="32" creationId="{AB29E9BD-2773-2B39-49FE-B20DAB4DAB11}"/>
          </ac:spMkLst>
        </pc:spChg>
        <pc:spChg chg="add mod">
          <ac:chgData name="sharmapriyanshi272@outlook.com" userId="44327f0062566f87" providerId="LiveId" clId="{31197025-9FB1-46E0-839A-E5ECCFF16461}" dt="2026-07-15T04:16:22.867" v="115" actId="20577"/>
          <ac:spMkLst>
            <pc:docMk/>
            <pc:sldMk cId="414318673" sldId="260"/>
            <ac:spMk id="33" creationId="{9A408FB2-0551-B0C0-5CFA-ACE2E1C6EB2D}"/>
          </ac:spMkLst>
        </pc:spChg>
        <pc:spChg chg="add mod">
          <ac:chgData name="sharmapriyanshi272@outlook.com" userId="44327f0062566f87" providerId="LiveId" clId="{31197025-9FB1-46E0-839A-E5ECCFF16461}" dt="2026-07-15T04:16:25.673" v="116" actId="20577"/>
          <ac:spMkLst>
            <pc:docMk/>
            <pc:sldMk cId="414318673" sldId="260"/>
            <ac:spMk id="34" creationId="{373AF1FB-4A28-92CD-9C8A-C359B2878275}"/>
          </ac:spMkLst>
        </pc:spChg>
        <pc:spChg chg="add del mod">
          <ac:chgData name="sharmapriyanshi272@outlook.com" userId="44327f0062566f87" providerId="LiveId" clId="{31197025-9FB1-46E0-839A-E5ECCFF16461}" dt="2026-07-15T04:28:20.990" v="181" actId="767"/>
          <ac:spMkLst>
            <pc:docMk/>
            <pc:sldMk cId="414318673" sldId="260"/>
            <ac:spMk id="67" creationId="{D932BA6D-3CF8-2414-41B0-590EFAAEC907}"/>
          </ac:spMkLst>
        </pc:spChg>
        <pc:spChg chg="add del mod">
          <ac:chgData name="sharmapriyanshi272@outlook.com" userId="44327f0062566f87" providerId="LiveId" clId="{31197025-9FB1-46E0-839A-E5ECCFF16461}" dt="2026-07-15T04:29:33.445" v="195"/>
          <ac:spMkLst>
            <pc:docMk/>
            <pc:sldMk cId="414318673" sldId="260"/>
            <ac:spMk id="68" creationId="{D18BE2A6-E3CA-D2A7-4927-A26C875E9B1E}"/>
          </ac:spMkLst>
        </pc:spChg>
        <pc:spChg chg="add mod">
          <ac:chgData name="sharmapriyanshi272@outlook.com" userId="44327f0062566f87" providerId="LiveId" clId="{31197025-9FB1-46E0-839A-E5ECCFF16461}" dt="2026-07-15T04:35:12.896" v="357" actId="255"/>
          <ac:spMkLst>
            <pc:docMk/>
            <pc:sldMk cId="414318673" sldId="260"/>
            <ac:spMk id="69" creationId="{391992BE-5428-23B6-7A82-1C22E5A89BCF}"/>
          </ac:spMkLst>
        </pc:spChg>
        <pc:spChg chg="add mod">
          <ac:chgData name="sharmapriyanshi272@outlook.com" userId="44327f0062566f87" providerId="LiveId" clId="{31197025-9FB1-46E0-839A-E5ECCFF16461}" dt="2026-07-15T04:35:01.910" v="355" actId="255"/>
          <ac:spMkLst>
            <pc:docMk/>
            <pc:sldMk cId="414318673" sldId="260"/>
            <ac:spMk id="70" creationId="{61B86AC5-0B84-AAD2-0747-25B0097F67E9}"/>
          </ac:spMkLst>
        </pc:spChg>
        <pc:spChg chg="add mod">
          <ac:chgData name="sharmapriyanshi272@outlook.com" userId="44327f0062566f87" providerId="LiveId" clId="{31197025-9FB1-46E0-839A-E5ECCFF16461}" dt="2026-07-15T04:34:51.261" v="353" actId="113"/>
          <ac:spMkLst>
            <pc:docMk/>
            <pc:sldMk cId="414318673" sldId="260"/>
            <ac:spMk id="71" creationId="{CB3A9E00-EAD6-15F0-A3EE-622ACEA4B083}"/>
          </ac:spMkLst>
        </pc:spChg>
        <pc:spChg chg="add mod">
          <ac:chgData name="sharmapriyanshi272@outlook.com" userId="44327f0062566f87" providerId="LiveId" clId="{31197025-9FB1-46E0-839A-E5ECCFF16461}" dt="2026-07-15T04:34:35.339" v="349" actId="113"/>
          <ac:spMkLst>
            <pc:docMk/>
            <pc:sldMk cId="414318673" sldId="260"/>
            <ac:spMk id="72" creationId="{7E9E2DA4-F1E4-BA37-0293-4BB237B00FEB}"/>
          </ac:spMkLst>
        </pc:spChg>
        <pc:spChg chg="add del mod">
          <ac:chgData name="sharmapriyanshi272@outlook.com" userId="44327f0062566f87" providerId="LiveId" clId="{31197025-9FB1-46E0-839A-E5ECCFF16461}" dt="2026-07-15T04:34:22.931" v="346" actId="113"/>
          <ac:spMkLst>
            <pc:docMk/>
            <pc:sldMk cId="414318673" sldId="260"/>
            <ac:spMk id="73" creationId="{6DB764AC-95E0-4C8A-70F1-9A4D5662D7B7}"/>
          </ac:spMkLst>
        </pc:spChg>
        <pc:spChg chg="add mod">
          <ac:chgData name="sharmapriyanshi272@outlook.com" userId="44327f0062566f87" providerId="LiveId" clId="{31197025-9FB1-46E0-839A-E5ECCFF16461}" dt="2026-07-15T04:34:11.408" v="344" actId="113"/>
          <ac:spMkLst>
            <pc:docMk/>
            <pc:sldMk cId="414318673" sldId="260"/>
            <ac:spMk id="74" creationId="{91D7E800-EC38-2281-6511-E93FD913FB63}"/>
          </ac:spMkLst>
        </pc:spChg>
        <pc:spChg chg="add mod">
          <ac:chgData name="sharmapriyanshi272@outlook.com" userId="44327f0062566f87" providerId="LiveId" clId="{31197025-9FB1-46E0-839A-E5ECCFF16461}" dt="2026-07-15T04:35:22.821" v="359" actId="255"/>
          <ac:spMkLst>
            <pc:docMk/>
            <pc:sldMk cId="414318673" sldId="260"/>
            <ac:spMk id="75" creationId="{F976CF7E-D7AF-63B8-32BE-4AB7FA6C858F}"/>
          </ac:spMkLst>
        </pc:spChg>
        <pc:spChg chg="add del mod">
          <ac:chgData name="sharmapriyanshi272@outlook.com" userId="44327f0062566f87" providerId="LiveId" clId="{31197025-9FB1-46E0-839A-E5ECCFF16461}" dt="2026-07-15T04:43:33.365" v="445" actId="1076"/>
          <ac:spMkLst>
            <pc:docMk/>
            <pc:sldMk cId="414318673" sldId="260"/>
            <ac:spMk id="84" creationId="{70CF8D05-84D5-7BBC-9B6D-7BF9DB046C57}"/>
          </ac:spMkLst>
        </pc:spChg>
        <pc:spChg chg="add mod">
          <ac:chgData name="sharmapriyanshi272@outlook.com" userId="44327f0062566f87" providerId="LiveId" clId="{31197025-9FB1-46E0-839A-E5ECCFF16461}" dt="2026-07-15T04:43:51.828" v="446" actId="1076"/>
          <ac:spMkLst>
            <pc:docMk/>
            <pc:sldMk cId="414318673" sldId="260"/>
            <ac:spMk id="85" creationId="{C32C3571-EC6B-67BE-F7A8-949C97531134}"/>
          </ac:spMkLst>
        </pc:spChg>
        <pc:spChg chg="add mod">
          <ac:chgData name="sharmapriyanshi272@outlook.com" userId="44327f0062566f87" providerId="LiveId" clId="{31197025-9FB1-46E0-839A-E5ECCFF16461}" dt="2026-07-15T04:43:59.541" v="447" actId="1076"/>
          <ac:spMkLst>
            <pc:docMk/>
            <pc:sldMk cId="414318673" sldId="260"/>
            <ac:spMk id="86" creationId="{0B82EE66-95BB-B90A-6945-3908584279D4}"/>
          </ac:spMkLst>
        </pc:spChg>
        <pc:spChg chg="add mod">
          <ac:chgData name="sharmapriyanshi272@outlook.com" userId="44327f0062566f87" providerId="LiveId" clId="{31197025-9FB1-46E0-839A-E5ECCFF16461}" dt="2026-07-15T04:44:32.798" v="454" actId="5793"/>
          <ac:spMkLst>
            <pc:docMk/>
            <pc:sldMk cId="414318673" sldId="260"/>
            <ac:spMk id="87" creationId="{D7648936-8B28-4121-771D-30FDCD5FC624}"/>
          </ac:spMkLst>
        </pc:spChg>
        <pc:spChg chg="add mod">
          <ac:chgData name="sharmapriyanshi272@outlook.com" userId="44327f0062566f87" providerId="LiveId" clId="{31197025-9FB1-46E0-839A-E5ECCFF16461}" dt="2026-07-15T04:44:13.841" v="449" actId="1076"/>
          <ac:spMkLst>
            <pc:docMk/>
            <pc:sldMk cId="414318673" sldId="260"/>
            <ac:spMk id="88" creationId="{DE7662BF-8E4D-6B5F-3558-AA2AA90D4089}"/>
          </ac:spMkLst>
        </pc:spChg>
        <pc:spChg chg="add mod">
          <ac:chgData name="sharmapriyanshi272@outlook.com" userId="44327f0062566f87" providerId="LiveId" clId="{31197025-9FB1-46E0-839A-E5ECCFF16461}" dt="2026-07-15T04:44:21.239" v="450" actId="1076"/>
          <ac:spMkLst>
            <pc:docMk/>
            <pc:sldMk cId="414318673" sldId="260"/>
            <ac:spMk id="89" creationId="{4E3C796C-0908-00DA-2DAF-2FC383393F6D}"/>
          </ac:spMkLst>
        </pc:spChg>
        <pc:spChg chg="add mod">
          <ac:chgData name="sharmapriyanshi272@outlook.com" userId="44327f0062566f87" providerId="LiveId" clId="{31197025-9FB1-46E0-839A-E5ECCFF16461}" dt="2026-07-15T04:44:26.261" v="451" actId="1076"/>
          <ac:spMkLst>
            <pc:docMk/>
            <pc:sldMk cId="414318673" sldId="260"/>
            <ac:spMk id="90" creationId="{A95D2782-DB5F-FF7A-4966-830286FB379B}"/>
          </ac:spMkLst>
        </pc:spChg>
        <pc:picChg chg="add mod">
          <ac:chgData name="sharmapriyanshi272@outlook.com" userId="44327f0062566f87" providerId="LiveId" clId="{31197025-9FB1-46E0-839A-E5ECCFF16461}" dt="2026-07-15T04:22:19.369" v="153" actId="207"/>
          <ac:picMkLst>
            <pc:docMk/>
            <pc:sldMk cId="414318673" sldId="260"/>
            <ac:picMk id="36" creationId="{670BCC4E-92E0-38FE-8FA0-1BE3705F2D85}"/>
          </ac:picMkLst>
        </pc:picChg>
        <pc:picChg chg="add mod">
          <ac:chgData name="sharmapriyanshi272@outlook.com" userId="44327f0062566f87" providerId="LiveId" clId="{31197025-9FB1-46E0-839A-E5ECCFF16461}" dt="2026-07-15T04:17:35.008" v="125" actId="1076"/>
          <ac:picMkLst>
            <pc:docMk/>
            <pc:sldMk cId="414318673" sldId="260"/>
            <ac:picMk id="38" creationId="{5E5FAF2A-45A6-445B-BD95-FC32024D176B}"/>
          </ac:picMkLst>
        </pc:picChg>
        <pc:picChg chg="add mod">
          <ac:chgData name="sharmapriyanshi272@outlook.com" userId="44327f0062566f87" providerId="LiveId" clId="{31197025-9FB1-46E0-839A-E5ECCFF16461}" dt="2026-07-15T04:22:24.776" v="154" actId="207"/>
          <ac:picMkLst>
            <pc:docMk/>
            <pc:sldMk cId="414318673" sldId="260"/>
            <ac:picMk id="40" creationId="{2DCF33D3-40FD-817A-A3D7-F73AE13F2D54}"/>
          </ac:picMkLst>
        </pc:picChg>
        <pc:picChg chg="add mod">
          <ac:chgData name="sharmapriyanshi272@outlook.com" userId="44327f0062566f87" providerId="LiveId" clId="{31197025-9FB1-46E0-839A-E5ECCFF16461}" dt="2026-07-15T04:22:35.669" v="155" actId="207"/>
          <ac:picMkLst>
            <pc:docMk/>
            <pc:sldMk cId="414318673" sldId="260"/>
            <ac:picMk id="42" creationId="{8615A050-81E7-BF29-AE5D-9FF1CE3ACE6C}"/>
          </ac:picMkLst>
        </pc:picChg>
        <pc:picChg chg="add mod">
          <ac:chgData name="sharmapriyanshi272@outlook.com" userId="44327f0062566f87" providerId="LiveId" clId="{31197025-9FB1-46E0-839A-E5ECCFF16461}" dt="2026-07-15T04:22:40.343" v="156" actId="207"/>
          <ac:picMkLst>
            <pc:docMk/>
            <pc:sldMk cId="414318673" sldId="260"/>
            <ac:picMk id="44" creationId="{24AA810D-A776-8DAD-C73E-48492C760499}"/>
          </ac:picMkLst>
        </pc:picChg>
        <pc:picChg chg="add mod">
          <ac:chgData name="sharmapriyanshi272@outlook.com" userId="44327f0062566f87" providerId="LiveId" clId="{31197025-9FB1-46E0-839A-E5ECCFF16461}" dt="2026-07-15T04:22:44.531" v="157" actId="207"/>
          <ac:picMkLst>
            <pc:docMk/>
            <pc:sldMk cId="414318673" sldId="260"/>
            <ac:picMk id="46" creationId="{5D75C3C2-37DD-A6E4-6177-A6419F385A13}"/>
          </ac:picMkLst>
        </pc:picChg>
        <pc:picChg chg="add mod">
          <ac:chgData name="sharmapriyanshi272@outlook.com" userId="44327f0062566f87" providerId="LiveId" clId="{31197025-9FB1-46E0-839A-E5ECCFF16461}" dt="2026-07-15T04:23:12.652" v="161" actId="207"/>
          <ac:picMkLst>
            <pc:docMk/>
            <pc:sldMk cId="414318673" sldId="260"/>
            <ac:picMk id="48" creationId="{404B32DE-3979-95FA-A8E9-F427A06B37DF}"/>
          </ac:picMkLst>
        </pc:picChg>
        <pc:cxnChg chg="add mod">
          <ac:chgData name="sharmapriyanshi272@outlook.com" userId="44327f0062566f87" providerId="LiveId" clId="{31197025-9FB1-46E0-839A-E5ECCFF16461}" dt="2026-07-15T04:23:51.935" v="164" actId="1076"/>
          <ac:cxnSpMkLst>
            <pc:docMk/>
            <pc:sldMk cId="414318673" sldId="260"/>
            <ac:cxnSpMk id="50" creationId="{98DB2DA3-ACA3-582E-0777-DCCADF8C6647}"/>
          </ac:cxnSpMkLst>
        </pc:cxnChg>
        <pc:cxnChg chg="add del mod">
          <ac:chgData name="sharmapriyanshi272@outlook.com" userId="44327f0062566f87" providerId="LiveId" clId="{31197025-9FB1-46E0-839A-E5ECCFF16461}" dt="2026-07-15T04:24:12.080" v="166" actId="11529"/>
          <ac:cxnSpMkLst>
            <pc:docMk/>
            <pc:sldMk cId="414318673" sldId="260"/>
            <ac:cxnSpMk id="53" creationId="{2FFA42A7-C1E7-0FC9-097E-E4C16A5F4D4E}"/>
          </ac:cxnSpMkLst>
        </pc:cxnChg>
        <pc:cxnChg chg="add">
          <ac:chgData name="sharmapriyanshi272@outlook.com" userId="44327f0062566f87" providerId="LiveId" clId="{31197025-9FB1-46E0-839A-E5ECCFF16461}" dt="2026-07-15T04:24:23.943" v="167" actId="11529"/>
          <ac:cxnSpMkLst>
            <pc:docMk/>
            <pc:sldMk cId="414318673" sldId="260"/>
            <ac:cxnSpMk id="55" creationId="{FA089326-A2F1-F44E-25F9-BB4962E8E593}"/>
          </ac:cxnSpMkLst>
        </pc:cxnChg>
        <pc:cxnChg chg="add">
          <ac:chgData name="sharmapriyanshi272@outlook.com" userId="44327f0062566f87" providerId="LiveId" clId="{31197025-9FB1-46E0-839A-E5ECCFF16461}" dt="2026-07-15T04:24:38.916" v="168" actId="11529"/>
          <ac:cxnSpMkLst>
            <pc:docMk/>
            <pc:sldMk cId="414318673" sldId="260"/>
            <ac:cxnSpMk id="57" creationId="{7D123C9F-858D-95A1-B483-7CDA2D416B70}"/>
          </ac:cxnSpMkLst>
        </pc:cxnChg>
        <pc:cxnChg chg="add">
          <ac:chgData name="sharmapriyanshi272@outlook.com" userId="44327f0062566f87" providerId="LiveId" clId="{31197025-9FB1-46E0-839A-E5ECCFF16461}" dt="2026-07-15T04:24:49.838" v="169" actId="11529"/>
          <ac:cxnSpMkLst>
            <pc:docMk/>
            <pc:sldMk cId="414318673" sldId="260"/>
            <ac:cxnSpMk id="59" creationId="{1A9808E2-D392-99BF-12BF-D20E9DBD3380}"/>
          </ac:cxnSpMkLst>
        </pc:cxnChg>
        <pc:cxnChg chg="add">
          <ac:chgData name="sharmapriyanshi272@outlook.com" userId="44327f0062566f87" providerId="LiveId" clId="{31197025-9FB1-46E0-839A-E5ECCFF16461}" dt="2026-07-15T04:25:01.762" v="170" actId="11529"/>
          <ac:cxnSpMkLst>
            <pc:docMk/>
            <pc:sldMk cId="414318673" sldId="260"/>
            <ac:cxnSpMk id="61" creationId="{2F68D3BC-0215-B46B-07CD-9AA126982379}"/>
          </ac:cxnSpMkLst>
        </pc:cxnChg>
        <pc:cxnChg chg="add mod">
          <ac:chgData name="sharmapriyanshi272@outlook.com" userId="44327f0062566f87" providerId="LiveId" clId="{31197025-9FB1-46E0-839A-E5ECCFF16461}" dt="2026-07-15T04:25:51.383" v="176" actId="1076"/>
          <ac:cxnSpMkLst>
            <pc:docMk/>
            <pc:sldMk cId="414318673" sldId="260"/>
            <ac:cxnSpMk id="63" creationId="{BD5A6099-598E-2C20-6E92-96DF56EAD6BC}"/>
          </ac:cxnSpMkLst>
        </pc:cxnChg>
        <pc:cxnChg chg="add">
          <ac:chgData name="sharmapriyanshi272@outlook.com" userId="44327f0062566f87" providerId="LiveId" clId="{31197025-9FB1-46E0-839A-E5ECCFF16461}" dt="2026-07-15T04:36:06.398" v="360" actId="11529"/>
          <ac:cxnSpMkLst>
            <pc:docMk/>
            <pc:sldMk cId="414318673" sldId="260"/>
            <ac:cxnSpMk id="77" creationId="{CB507151-78CF-ACC4-8D07-EC0A0C16E7CB}"/>
          </ac:cxnSpMkLst>
        </pc:cxnChg>
        <pc:cxnChg chg="add mod">
          <ac:chgData name="sharmapriyanshi272@outlook.com" userId="44327f0062566f87" providerId="LiveId" clId="{31197025-9FB1-46E0-839A-E5ECCFF16461}" dt="2026-07-15T04:36:48.075" v="372" actId="1076"/>
          <ac:cxnSpMkLst>
            <pc:docMk/>
            <pc:sldMk cId="414318673" sldId="260"/>
            <ac:cxnSpMk id="78" creationId="{1C1D6B5F-A3B1-9B1B-8380-3BC582AB0742}"/>
          </ac:cxnSpMkLst>
        </pc:cxnChg>
        <pc:cxnChg chg="add mod">
          <ac:chgData name="sharmapriyanshi272@outlook.com" userId="44327f0062566f87" providerId="LiveId" clId="{31197025-9FB1-46E0-839A-E5ECCFF16461}" dt="2026-07-15T04:36:39.729" v="371" actId="1076"/>
          <ac:cxnSpMkLst>
            <pc:docMk/>
            <pc:sldMk cId="414318673" sldId="260"/>
            <ac:cxnSpMk id="79" creationId="{3E592D40-DF85-BD4F-0756-5160E6657202}"/>
          </ac:cxnSpMkLst>
        </pc:cxnChg>
        <pc:cxnChg chg="add mod">
          <ac:chgData name="sharmapriyanshi272@outlook.com" userId="44327f0062566f87" providerId="LiveId" clId="{31197025-9FB1-46E0-839A-E5ECCFF16461}" dt="2026-07-15T04:36:33.788" v="370" actId="1076"/>
          <ac:cxnSpMkLst>
            <pc:docMk/>
            <pc:sldMk cId="414318673" sldId="260"/>
            <ac:cxnSpMk id="80" creationId="{AC7CE77A-0DAB-4D8F-9C0F-68A223DE8AB4}"/>
          </ac:cxnSpMkLst>
        </pc:cxnChg>
        <pc:cxnChg chg="add mod">
          <ac:chgData name="sharmapriyanshi272@outlook.com" userId="44327f0062566f87" providerId="LiveId" clId="{31197025-9FB1-46E0-839A-E5ECCFF16461}" dt="2026-07-15T04:36:28.475" v="369" actId="1076"/>
          <ac:cxnSpMkLst>
            <pc:docMk/>
            <pc:sldMk cId="414318673" sldId="260"/>
            <ac:cxnSpMk id="81" creationId="{0F8D3810-8AD1-67A1-00DB-19795348C5BE}"/>
          </ac:cxnSpMkLst>
        </pc:cxnChg>
        <pc:cxnChg chg="add mod">
          <ac:chgData name="sharmapriyanshi272@outlook.com" userId="44327f0062566f87" providerId="LiveId" clId="{31197025-9FB1-46E0-839A-E5ECCFF16461}" dt="2026-07-15T04:36:24.940" v="368" actId="1076"/>
          <ac:cxnSpMkLst>
            <pc:docMk/>
            <pc:sldMk cId="414318673" sldId="260"/>
            <ac:cxnSpMk id="82" creationId="{303E4AD6-043E-2975-138A-40C10E71EB75}"/>
          </ac:cxnSpMkLst>
        </pc:cxnChg>
        <pc:cxnChg chg="add mod">
          <ac:chgData name="sharmapriyanshi272@outlook.com" userId="44327f0062566f87" providerId="LiveId" clId="{31197025-9FB1-46E0-839A-E5ECCFF16461}" dt="2026-07-15T04:36:20.452" v="367" actId="1076"/>
          <ac:cxnSpMkLst>
            <pc:docMk/>
            <pc:sldMk cId="414318673" sldId="260"/>
            <ac:cxnSpMk id="83" creationId="{C6A72ABA-68A1-7E87-E021-0561F74A28F2}"/>
          </ac:cxnSpMkLst>
        </pc:cxnChg>
      </pc:sldChg>
      <pc:sldChg chg="addSp delSp modSp new mod modClrScheme chgLayout">
        <pc:chgData name="sharmapriyanshi272@outlook.com" userId="44327f0062566f87" providerId="LiveId" clId="{31197025-9FB1-46E0-839A-E5ECCFF16461}" dt="2026-07-15T04:52:08.306" v="748" actId="14100"/>
        <pc:sldMkLst>
          <pc:docMk/>
          <pc:sldMk cId="312856884" sldId="261"/>
        </pc:sldMkLst>
        <pc:spChg chg="del mod ord">
          <ac:chgData name="sharmapriyanshi272@outlook.com" userId="44327f0062566f87" providerId="LiveId" clId="{31197025-9FB1-46E0-839A-E5ECCFF16461}" dt="2026-07-15T04:45:39.087" v="456" actId="700"/>
          <ac:spMkLst>
            <pc:docMk/>
            <pc:sldMk cId="312856884" sldId="261"/>
            <ac:spMk id="2" creationId="{ECE2B657-083F-C53D-25CC-B4C64153C8E2}"/>
          </ac:spMkLst>
        </pc:spChg>
        <pc:spChg chg="add mod ord">
          <ac:chgData name="sharmapriyanshi272@outlook.com" userId="44327f0062566f87" providerId="LiveId" clId="{31197025-9FB1-46E0-839A-E5ECCFF16461}" dt="2026-07-15T04:46:23.616" v="478" actId="313"/>
          <ac:spMkLst>
            <pc:docMk/>
            <pc:sldMk cId="312856884" sldId="261"/>
            <ac:spMk id="3" creationId="{AE2AB454-71FE-953D-1833-7DE0CB1C9FE3}"/>
          </ac:spMkLst>
        </pc:spChg>
        <pc:spChg chg="add mod ord">
          <ac:chgData name="sharmapriyanshi272@outlook.com" userId="44327f0062566f87" providerId="LiveId" clId="{31197025-9FB1-46E0-839A-E5ECCFF16461}" dt="2026-07-15T04:50:29.999" v="648" actId="20577"/>
          <ac:spMkLst>
            <pc:docMk/>
            <pc:sldMk cId="312856884" sldId="261"/>
            <ac:spMk id="4" creationId="{2A12FEBE-3156-27A6-F3D7-F46551E9737F}"/>
          </ac:spMkLst>
        </pc:spChg>
        <pc:spChg chg="add mod ord">
          <ac:chgData name="sharmapriyanshi272@outlook.com" userId="44327f0062566f87" providerId="LiveId" clId="{31197025-9FB1-46E0-839A-E5ECCFF16461}" dt="2026-07-15T04:51:52.713" v="745" actId="20577"/>
          <ac:spMkLst>
            <pc:docMk/>
            <pc:sldMk cId="312856884" sldId="261"/>
            <ac:spMk id="5" creationId="{41127950-AD0A-A78E-A252-048F65A482CF}"/>
          </ac:spMkLst>
        </pc:spChg>
        <pc:spChg chg="add del mod">
          <ac:chgData name="sharmapriyanshi272@outlook.com" userId="44327f0062566f87" providerId="LiveId" clId="{31197025-9FB1-46E0-839A-E5ECCFF16461}" dt="2026-07-15T04:50:44.871" v="652" actId="21"/>
          <ac:spMkLst>
            <pc:docMk/>
            <pc:sldMk cId="312856884" sldId="261"/>
            <ac:spMk id="9" creationId="{770868BC-3BDC-A00D-BB65-A99ABEA8ED13}"/>
          </ac:spMkLst>
        </pc:spChg>
        <pc:picChg chg="add mod">
          <ac:chgData name="sharmapriyanshi272@outlook.com" userId="44327f0062566f87" providerId="LiveId" clId="{31197025-9FB1-46E0-839A-E5ECCFF16461}" dt="2026-07-15T04:50:36.669" v="649" actId="1076"/>
          <ac:picMkLst>
            <pc:docMk/>
            <pc:sldMk cId="312856884" sldId="261"/>
            <ac:picMk id="7" creationId="{2BA78B75-7A9A-FECF-E175-34940344C70D}"/>
          </ac:picMkLst>
        </pc:picChg>
        <pc:picChg chg="add mod">
          <ac:chgData name="sharmapriyanshi272@outlook.com" userId="44327f0062566f87" providerId="LiveId" clId="{31197025-9FB1-46E0-839A-E5ECCFF16461}" dt="2026-07-15T04:52:08.306" v="748" actId="14100"/>
          <ac:picMkLst>
            <pc:docMk/>
            <pc:sldMk cId="312856884" sldId="261"/>
            <ac:picMk id="11" creationId="{AF5FDEA8-1C82-CC4A-B9E3-BABCAA3DECDF}"/>
          </ac:picMkLst>
        </pc:picChg>
      </pc:sldChg>
      <pc:sldChg chg="addSp delSp modSp new mod">
        <pc:chgData name="sharmapriyanshi272@outlook.com" userId="44327f0062566f87" providerId="LiveId" clId="{31197025-9FB1-46E0-839A-E5ECCFF16461}" dt="2026-07-15T05:08:46.675" v="881" actId="1440"/>
        <pc:sldMkLst>
          <pc:docMk/>
          <pc:sldMk cId="54908663" sldId="262"/>
        </pc:sldMkLst>
        <pc:spChg chg="mod">
          <ac:chgData name="sharmapriyanshi272@outlook.com" userId="44327f0062566f87" providerId="LiveId" clId="{31197025-9FB1-46E0-839A-E5ECCFF16461}" dt="2026-07-15T04:55:17.985" v="771" actId="14100"/>
          <ac:spMkLst>
            <pc:docMk/>
            <pc:sldMk cId="54908663" sldId="262"/>
            <ac:spMk id="2" creationId="{62729023-A379-3E8F-7AA9-7BD54F2EED7E}"/>
          </ac:spMkLst>
        </pc:spChg>
        <pc:spChg chg="del mod">
          <ac:chgData name="sharmapriyanshi272@outlook.com" userId="44327f0062566f87" providerId="LiveId" clId="{31197025-9FB1-46E0-839A-E5ECCFF16461}" dt="2026-07-15T04:56:38.835" v="777"/>
          <ac:spMkLst>
            <pc:docMk/>
            <pc:sldMk cId="54908663" sldId="262"/>
            <ac:spMk id="3" creationId="{3E017E6E-4EEA-1B9D-E5E5-1D25733893F6}"/>
          </ac:spMkLst>
        </pc:spChg>
        <pc:spChg chg="add mod">
          <ac:chgData name="sharmapriyanshi272@outlook.com" userId="44327f0062566f87" providerId="LiveId" clId="{31197025-9FB1-46E0-839A-E5ECCFF16461}" dt="2026-07-15T05:06:46.414" v="862" actId="1076"/>
          <ac:spMkLst>
            <pc:docMk/>
            <pc:sldMk cId="54908663" sldId="262"/>
            <ac:spMk id="10" creationId="{EAD0D70E-9339-3B16-497E-87CB597DBCBF}"/>
          </ac:spMkLst>
        </pc:spChg>
        <pc:spChg chg="add mod">
          <ac:chgData name="sharmapriyanshi272@outlook.com" userId="44327f0062566f87" providerId="LiveId" clId="{31197025-9FB1-46E0-839A-E5ECCFF16461}" dt="2026-07-15T05:07:28.671" v="870" actId="1076"/>
          <ac:spMkLst>
            <pc:docMk/>
            <pc:sldMk cId="54908663" sldId="262"/>
            <ac:spMk id="11" creationId="{879E984E-25EA-7CB9-766B-40CECC07CC7F}"/>
          </ac:spMkLst>
        </pc:spChg>
        <pc:spChg chg="add mod">
          <ac:chgData name="sharmapriyanshi272@outlook.com" userId="44327f0062566f87" providerId="LiveId" clId="{31197025-9FB1-46E0-839A-E5ECCFF16461}" dt="2026-07-15T05:08:18.290" v="878" actId="1076"/>
          <ac:spMkLst>
            <pc:docMk/>
            <pc:sldMk cId="54908663" sldId="262"/>
            <ac:spMk id="12" creationId="{A418C963-CE0E-46B6-03FC-9DF6CD700143}"/>
          </ac:spMkLst>
        </pc:spChg>
        <pc:spChg chg="add del">
          <ac:chgData name="sharmapriyanshi272@outlook.com" userId="44327f0062566f87" providerId="LiveId" clId="{31197025-9FB1-46E0-839A-E5ECCFF16461}" dt="2026-07-15T05:00:53.685" v="845" actId="11529"/>
          <ac:spMkLst>
            <pc:docMk/>
            <pc:sldMk cId="54908663" sldId="262"/>
            <ac:spMk id="13" creationId="{AAC23E4A-8751-9989-2B84-1288B62F220A}"/>
          </ac:spMkLst>
        </pc:spChg>
        <pc:spChg chg="add del">
          <ac:chgData name="sharmapriyanshi272@outlook.com" userId="44327f0062566f87" providerId="LiveId" clId="{31197025-9FB1-46E0-839A-E5ECCFF16461}" dt="2026-07-15T05:01:08.991" v="847" actId="11529"/>
          <ac:spMkLst>
            <pc:docMk/>
            <pc:sldMk cId="54908663" sldId="262"/>
            <ac:spMk id="14" creationId="{4187BA4D-BF94-5029-2F22-D3D1AEE7B714}"/>
          </ac:spMkLst>
        </pc:spChg>
        <pc:picChg chg="add mod ord modCrop">
          <ac:chgData name="sharmapriyanshi272@outlook.com" userId="44327f0062566f87" providerId="LiveId" clId="{31197025-9FB1-46E0-839A-E5ECCFF16461}" dt="2026-07-15T05:08:36.680" v="879" actId="1440"/>
          <ac:picMkLst>
            <pc:docMk/>
            <pc:sldMk cId="54908663" sldId="262"/>
            <ac:picMk id="5" creationId="{E93B9D39-78BB-004E-72DB-C2B45F19B298}"/>
          </ac:picMkLst>
        </pc:picChg>
        <pc:picChg chg="add mod">
          <ac:chgData name="sharmapriyanshi272@outlook.com" userId="44327f0062566f87" providerId="LiveId" clId="{31197025-9FB1-46E0-839A-E5ECCFF16461}" dt="2026-07-15T05:08:41.748" v="880" actId="1440"/>
          <ac:picMkLst>
            <pc:docMk/>
            <pc:sldMk cId="54908663" sldId="262"/>
            <ac:picMk id="7" creationId="{22AB51F1-04C2-0926-58A5-13D97D7D1A2B}"/>
          </ac:picMkLst>
        </pc:picChg>
        <pc:picChg chg="add mod">
          <ac:chgData name="sharmapriyanshi272@outlook.com" userId="44327f0062566f87" providerId="LiveId" clId="{31197025-9FB1-46E0-839A-E5ECCFF16461}" dt="2026-07-15T05:08:46.675" v="881" actId="1440"/>
          <ac:picMkLst>
            <pc:docMk/>
            <pc:sldMk cId="54908663" sldId="262"/>
            <ac:picMk id="9" creationId="{13645FA8-E118-B240-D1A6-2DB7CC9EFD49}"/>
          </ac:picMkLst>
        </pc:picChg>
        <pc:picChg chg="add mod">
          <ac:chgData name="sharmapriyanshi272@outlook.com" userId="44327f0062566f87" providerId="LiveId" clId="{31197025-9FB1-46E0-839A-E5ECCFF16461}" dt="2026-07-15T05:06:32.408" v="858" actId="688"/>
          <ac:picMkLst>
            <pc:docMk/>
            <pc:sldMk cId="54908663" sldId="262"/>
            <ac:picMk id="16" creationId="{C65D94E5-1D41-EEC8-439B-C13CE91A9D27}"/>
          </ac:picMkLst>
        </pc:picChg>
        <pc:picChg chg="add mod">
          <ac:chgData name="sharmapriyanshi272@outlook.com" userId="44327f0062566f87" providerId="LiveId" clId="{31197025-9FB1-46E0-839A-E5ECCFF16461}" dt="2026-07-15T05:07:22.492" v="869" actId="1076"/>
          <ac:picMkLst>
            <pc:docMk/>
            <pc:sldMk cId="54908663" sldId="262"/>
            <ac:picMk id="17" creationId="{4FD30DE4-7EEE-3E2F-5461-4ABE2CB4B65F}"/>
          </ac:picMkLst>
        </pc:picChg>
        <pc:picChg chg="add del mod">
          <ac:chgData name="sharmapriyanshi272@outlook.com" userId="44327f0062566f87" providerId="LiveId" clId="{31197025-9FB1-46E0-839A-E5ECCFF16461}" dt="2026-07-15T05:07:06.114" v="865" actId="478"/>
          <ac:picMkLst>
            <pc:docMk/>
            <pc:sldMk cId="54908663" sldId="262"/>
            <ac:picMk id="18" creationId="{32A11DFD-A01F-7BBD-AD77-7557C7674918}"/>
          </ac:picMkLst>
        </pc:picChg>
        <pc:picChg chg="add mod">
          <ac:chgData name="sharmapriyanshi272@outlook.com" userId="44327f0062566f87" providerId="LiveId" clId="{31197025-9FB1-46E0-839A-E5ECCFF16461}" dt="2026-07-15T05:08:12.439" v="877" actId="1076"/>
          <ac:picMkLst>
            <pc:docMk/>
            <pc:sldMk cId="54908663" sldId="262"/>
            <ac:picMk id="20" creationId="{D4718D0C-725A-2661-64DE-F4171AF6496E}"/>
          </ac:picMkLst>
        </pc:picChg>
      </pc:sldChg>
      <pc:sldChg chg="addSp delSp modSp new mod modClrScheme chgLayout">
        <pc:chgData name="sharmapriyanshi272@outlook.com" userId="44327f0062566f87" providerId="LiveId" clId="{31197025-9FB1-46E0-839A-E5ECCFF16461}" dt="2026-07-15T06:02:01.631" v="1570" actId="688"/>
        <pc:sldMkLst>
          <pc:docMk/>
          <pc:sldMk cId="1457633811" sldId="263"/>
        </pc:sldMkLst>
        <pc:spChg chg="mod ord">
          <ac:chgData name="sharmapriyanshi272@outlook.com" userId="44327f0062566f87" providerId="LiveId" clId="{31197025-9FB1-46E0-839A-E5ECCFF16461}" dt="2026-07-15T05:18:34.636" v="900" actId="700"/>
          <ac:spMkLst>
            <pc:docMk/>
            <pc:sldMk cId="1457633811" sldId="263"/>
            <ac:spMk id="2" creationId="{1E2B7A8C-7746-8592-01F5-6AB43FAD5C0D}"/>
          </ac:spMkLst>
        </pc:spChg>
        <pc:spChg chg="del mod">
          <ac:chgData name="sharmapriyanshi272@outlook.com" userId="44327f0062566f87" providerId="LiveId" clId="{31197025-9FB1-46E0-839A-E5ECCFF16461}" dt="2026-07-15T05:18:34.636" v="900" actId="700"/>
          <ac:spMkLst>
            <pc:docMk/>
            <pc:sldMk cId="1457633811" sldId="263"/>
            <ac:spMk id="3" creationId="{3B8978F2-E8C1-3F89-30FC-3AE58F009AD2}"/>
          </ac:spMkLst>
        </pc:spChg>
        <pc:spChg chg="add mod">
          <ac:chgData name="sharmapriyanshi272@outlook.com" userId="44327f0062566f87" providerId="LiveId" clId="{31197025-9FB1-46E0-839A-E5ECCFF16461}" dt="2026-07-15T05:18:26.036" v="899" actId="14100"/>
          <ac:spMkLst>
            <pc:docMk/>
            <pc:sldMk cId="1457633811" sldId="263"/>
            <ac:spMk id="4" creationId="{E31E0FFB-AA6A-085F-D1A6-1239813A076E}"/>
          </ac:spMkLst>
        </pc:spChg>
        <pc:spChg chg="add del mod">
          <ac:chgData name="sharmapriyanshi272@outlook.com" userId="44327f0062566f87" providerId="LiveId" clId="{31197025-9FB1-46E0-839A-E5ECCFF16461}" dt="2026-07-15T05:19:18.623" v="910" actId="208"/>
          <ac:spMkLst>
            <pc:docMk/>
            <pc:sldMk cId="1457633811" sldId="263"/>
            <ac:spMk id="5" creationId="{335A897E-3D5B-101D-D1F1-AEBE95B8E9AF}"/>
          </ac:spMkLst>
        </pc:spChg>
        <pc:spChg chg="add mod">
          <ac:chgData name="sharmapriyanshi272@outlook.com" userId="44327f0062566f87" providerId="LiveId" clId="{31197025-9FB1-46E0-839A-E5ECCFF16461}" dt="2026-07-15T05:19:18.211" v="909"/>
          <ac:spMkLst>
            <pc:docMk/>
            <pc:sldMk cId="1457633811" sldId="263"/>
            <ac:spMk id="6" creationId="{75E2B3E1-A785-EDB4-4442-F8479E90EF3D}"/>
          </ac:spMkLst>
        </pc:spChg>
        <pc:spChg chg="add mod">
          <ac:chgData name="sharmapriyanshi272@outlook.com" userId="44327f0062566f87" providerId="LiveId" clId="{31197025-9FB1-46E0-839A-E5ECCFF16461}" dt="2026-07-15T05:36:02.785" v="1042" actId="113"/>
          <ac:spMkLst>
            <pc:docMk/>
            <pc:sldMk cId="1457633811" sldId="263"/>
            <ac:spMk id="7" creationId="{2AD80BFC-89E3-8F62-2F0F-069BD675B4DD}"/>
          </ac:spMkLst>
        </pc:spChg>
        <pc:spChg chg="add del mod">
          <ac:chgData name="sharmapriyanshi272@outlook.com" userId="44327f0062566f87" providerId="LiveId" clId="{31197025-9FB1-46E0-839A-E5ECCFF16461}" dt="2026-07-15T05:20:58.536" v="923" actId="478"/>
          <ac:spMkLst>
            <pc:docMk/>
            <pc:sldMk cId="1457633811" sldId="263"/>
            <ac:spMk id="8" creationId="{E1EA3E8E-6F7B-F1EB-2A4F-00E87C5E9052}"/>
          </ac:spMkLst>
        </pc:spChg>
        <pc:spChg chg="add mod">
          <ac:chgData name="sharmapriyanshi272@outlook.com" userId="44327f0062566f87" providerId="LiveId" clId="{31197025-9FB1-46E0-839A-E5ECCFF16461}" dt="2026-07-15T05:39:29.709" v="1192" actId="207"/>
          <ac:spMkLst>
            <pc:docMk/>
            <pc:sldMk cId="1457633811" sldId="263"/>
            <ac:spMk id="9" creationId="{BD8F74EA-EC7A-A7B8-79C9-5A885FCD40F0}"/>
          </ac:spMkLst>
        </pc:spChg>
        <pc:spChg chg="add del">
          <ac:chgData name="sharmapriyanshi272@outlook.com" userId="44327f0062566f87" providerId="LiveId" clId="{31197025-9FB1-46E0-839A-E5ECCFF16461}" dt="2026-07-15T05:43:36.023" v="1198" actId="478"/>
          <ac:spMkLst>
            <pc:docMk/>
            <pc:sldMk cId="1457633811" sldId="263"/>
            <ac:spMk id="18" creationId="{DBFBF3E6-DDC0-46FE-6D70-CF0F56436C87}"/>
          </ac:spMkLst>
        </pc:spChg>
        <pc:spChg chg="add mod">
          <ac:chgData name="sharmapriyanshi272@outlook.com" userId="44327f0062566f87" providerId="LiveId" clId="{31197025-9FB1-46E0-839A-E5ECCFF16461}" dt="2026-07-15T05:48:04.049" v="1250" actId="14861"/>
          <ac:spMkLst>
            <pc:docMk/>
            <pc:sldMk cId="1457633811" sldId="263"/>
            <ac:spMk id="19" creationId="{5154D39B-AC9E-9DE4-C73C-AA554EBA0685}"/>
          </ac:spMkLst>
        </pc:spChg>
        <pc:spChg chg="add mod">
          <ac:chgData name="sharmapriyanshi272@outlook.com" userId="44327f0062566f87" providerId="LiveId" clId="{31197025-9FB1-46E0-839A-E5ECCFF16461}" dt="2026-07-15T05:46:43.604" v="1246" actId="113"/>
          <ac:spMkLst>
            <pc:docMk/>
            <pc:sldMk cId="1457633811" sldId="263"/>
            <ac:spMk id="20" creationId="{EFCD9CF4-0F58-AFAC-370C-2FEF148BE8E9}"/>
          </ac:spMkLst>
        </pc:spChg>
        <pc:spChg chg="add mod">
          <ac:chgData name="sharmapriyanshi272@outlook.com" userId="44327f0062566f87" providerId="LiveId" clId="{31197025-9FB1-46E0-839A-E5ECCFF16461}" dt="2026-07-15T05:58:34.329" v="1552" actId="1076"/>
          <ac:spMkLst>
            <pc:docMk/>
            <pc:sldMk cId="1457633811" sldId="263"/>
            <ac:spMk id="23" creationId="{ADD2703D-CAB2-6306-9F14-6410BD4D1284}"/>
          </ac:spMkLst>
        </pc:spChg>
        <pc:spChg chg="add mod">
          <ac:chgData name="sharmapriyanshi272@outlook.com" userId="44327f0062566f87" providerId="LiveId" clId="{31197025-9FB1-46E0-839A-E5ECCFF16461}" dt="2026-07-15T06:02:01.631" v="1570" actId="688"/>
          <ac:spMkLst>
            <pc:docMk/>
            <pc:sldMk cId="1457633811" sldId="263"/>
            <ac:spMk id="37" creationId="{7A754B4B-693A-83C4-12A5-BA8462D2CEF6}"/>
          </ac:spMkLst>
        </pc:spChg>
        <pc:picChg chg="add mod">
          <ac:chgData name="sharmapriyanshi272@outlook.com" userId="44327f0062566f87" providerId="LiveId" clId="{31197025-9FB1-46E0-839A-E5ECCFF16461}" dt="2026-07-15T05:31:07.711" v="928" actId="1076"/>
          <ac:picMkLst>
            <pc:docMk/>
            <pc:sldMk cId="1457633811" sldId="263"/>
            <ac:picMk id="11" creationId="{99B10C2D-86C0-4F5D-1F69-A123F0D21BF9}"/>
          </ac:picMkLst>
        </pc:picChg>
        <pc:picChg chg="add mod">
          <ac:chgData name="sharmapriyanshi272@outlook.com" userId="44327f0062566f87" providerId="LiveId" clId="{31197025-9FB1-46E0-839A-E5ECCFF16461}" dt="2026-07-15T05:40:01.755" v="1196" actId="1076"/>
          <ac:picMkLst>
            <pc:docMk/>
            <pc:sldMk cId="1457633811" sldId="263"/>
            <ac:picMk id="17" creationId="{BB25EFB7-4D46-E3F0-7E3A-769C0CD4BCF5}"/>
          </ac:picMkLst>
        </pc:picChg>
        <pc:picChg chg="add mod">
          <ac:chgData name="sharmapriyanshi272@outlook.com" userId="44327f0062566f87" providerId="LiveId" clId="{31197025-9FB1-46E0-839A-E5ECCFF16461}" dt="2026-07-15T05:54:18.304" v="1523" actId="1076"/>
          <ac:picMkLst>
            <pc:docMk/>
            <pc:sldMk cId="1457633811" sldId="263"/>
            <ac:picMk id="25" creationId="{C195CE86-FAD5-96C0-2C37-FB7FC28CB0FD}"/>
          </ac:picMkLst>
        </pc:picChg>
        <pc:picChg chg="add mod">
          <ac:chgData name="sharmapriyanshi272@outlook.com" userId="44327f0062566f87" providerId="LiveId" clId="{31197025-9FB1-46E0-839A-E5ECCFF16461}" dt="2026-07-15T05:55:16.765" v="1529" actId="1076"/>
          <ac:picMkLst>
            <pc:docMk/>
            <pc:sldMk cId="1457633811" sldId="263"/>
            <ac:picMk id="27" creationId="{7ED0EB45-BD20-935A-E618-4417F3E7D7AB}"/>
          </ac:picMkLst>
        </pc:picChg>
        <pc:picChg chg="add mod">
          <ac:chgData name="sharmapriyanshi272@outlook.com" userId="44327f0062566f87" providerId="LiveId" clId="{31197025-9FB1-46E0-839A-E5ECCFF16461}" dt="2026-07-15T05:56:04.011" v="1535" actId="1076"/>
          <ac:picMkLst>
            <pc:docMk/>
            <pc:sldMk cId="1457633811" sldId="263"/>
            <ac:picMk id="29" creationId="{03423401-39BA-8F8D-C876-097E50F096C6}"/>
          </ac:picMkLst>
        </pc:picChg>
        <pc:picChg chg="add mod">
          <ac:chgData name="sharmapriyanshi272@outlook.com" userId="44327f0062566f87" providerId="LiveId" clId="{31197025-9FB1-46E0-839A-E5ECCFF16461}" dt="2026-07-15T05:56:46.298" v="1541" actId="1076"/>
          <ac:picMkLst>
            <pc:docMk/>
            <pc:sldMk cId="1457633811" sldId="263"/>
            <ac:picMk id="31" creationId="{D4E20141-955B-6925-B1FA-71DB901AF437}"/>
          </ac:picMkLst>
        </pc:picChg>
        <pc:picChg chg="add mod">
          <ac:chgData name="sharmapriyanshi272@outlook.com" userId="44327f0062566f87" providerId="LiveId" clId="{31197025-9FB1-46E0-839A-E5ECCFF16461}" dt="2026-07-15T05:57:37.696" v="1546" actId="1076"/>
          <ac:picMkLst>
            <pc:docMk/>
            <pc:sldMk cId="1457633811" sldId="263"/>
            <ac:picMk id="33" creationId="{17CD1888-425A-F3A8-D176-91B6B03BF6F7}"/>
          </ac:picMkLst>
        </pc:picChg>
        <pc:picChg chg="add mod">
          <ac:chgData name="sharmapriyanshi272@outlook.com" userId="44327f0062566f87" providerId="LiveId" clId="{31197025-9FB1-46E0-839A-E5ECCFF16461}" dt="2026-07-15T05:59:18.046" v="1558" actId="207"/>
          <ac:picMkLst>
            <pc:docMk/>
            <pc:sldMk cId="1457633811" sldId="263"/>
            <ac:picMk id="35" creationId="{0110BA80-16C7-FFC7-C0A2-81B49CEFC0D3}"/>
          </ac:picMkLst>
        </pc:picChg>
        <pc:picChg chg="add mod">
          <ac:chgData name="sharmapriyanshi272@outlook.com" userId="44327f0062566f87" providerId="LiveId" clId="{31197025-9FB1-46E0-839A-E5ECCFF16461}" dt="2026-07-15T05:59:06.032" v="1556"/>
          <ac:picMkLst>
            <pc:docMk/>
            <pc:sldMk cId="1457633811" sldId="263"/>
            <ac:picMk id="36" creationId="{201DF3C3-B52C-E5F5-2F4A-5BE3B4CC6A66}"/>
          </ac:picMkLst>
        </pc:picChg>
        <pc:cxnChg chg="add mod">
          <ac:chgData name="sharmapriyanshi272@outlook.com" userId="44327f0062566f87" providerId="LiveId" clId="{31197025-9FB1-46E0-839A-E5ECCFF16461}" dt="2026-07-15T05:36:28.717" v="1044" actId="1582"/>
          <ac:cxnSpMkLst>
            <pc:docMk/>
            <pc:sldMk cId="1457633811" sldId="263"/>
            <ac:cxnSpMk id="13" creationId="{987FBD92-7EA3-E5E3-D20C-FA267D5541FD}"/>
          </ac:cxnSpMkLst>
        </pc:cxnChg>
        <pc:cxnChg chg="add mod">
          <ac:chgData name="sharmapriyanshi272@outlook.com" userId="44327f0062566f87" providerId="LiveId" clId="{31197025-9FB1-46E0-839A-E5ECCFF16461}" dt="2026-07-15T05:38:22.697" v="1102" actId="1582"/>
          <ac:cxnSpMkLst>
            <pc:docMk/>
            <pc:sldMk cId="1457633811" sldId="263"/>
            <ac:cxnSpMk id="15" creationId="{20255CA3-BBBD-D693-F1DE-BB3C44289297}"/>
          </ac:cxnSpMkLst>
        </pc:cxnChg>
        <pc:cxnChg chg="add mod">
          <ac:chgData name="sharmapriyanshi272@outlook.com" userId="44327f0062566f87" providerId="LiveId" clId="{31197025-9FB1-46E0-839A-E5ECCFF16461}" dt="2026-07-15T05:47:04.238" v="1248" actId="1582"/>
          <ac:cxnSpMkLst>
            <pc:docMk/>
            <pc:sldMk cId="1457633811" sldId="263"/>
            <ac:cxnSpMk id="22" creationId="{51A999ED-F9EA-280B-0FD9-74C5E6CD175D}"/>
          </ac:cxnSpMkLst>
        </pc:cxnChg>
      </pc:sldChg>
      <pc:sldChg chg="modSp new mod">
        <pc:chgData name="sharmapriyanshi272@outlook.com" userId="44327f0062566f87" providerId="LiveId" clId="{31197025-9FB1-46E0-839A-E5ECCFF16461}" dt="2026-07-15T06:24:46.269" v="1773" actId="20577"/>
        <pc:sldMkLst>
          <pc:docMk/>
          <pc:sldMk cId="2588281544" sldId="264"/>
        </pc:sldMkLst>
        <pc:spChg chg="mod">
          <ac:chgData name="sharmapriyanshi272@outlook.com" userId="44327f0062566f87" providerId="LiveId" clId="{31197025-9FB1-46E0-839A-E5ECCFF16461}" dt="2026-07-15T06:19:39.920" v="1586" actId="14100"/>
          <ac:spMkLst>
            <pc:docMk/>
            <pc:sldMk cId="2588281544" sldId="264"/>
            <ac:spMk id="2" creationId="{1D017806-D43F-5DB9-02D1-FEB885B1EA40}"/>
          </ac:spMkLst>
        </pc:spChg>
        <pc:spChg chg="mod">
          <ac:chgData name="sharmapriyanshi272@outlook.com" userId="44327f0062566f87" providerId="LiveId" clId="{31197025-9FB1-46E0-839A-E5ECCFF16461}" dt="2026-07-15T06:23:35.926" v="1756" actId="27636"/>
          <ac:spMkLst>
            <pc:docMk/>
            <pc:sldMk cId="2588281544" sldId="264"/>
            <ac:spMk id="3" creationId="{E86E45E0-96D8-FDD2-2720-4B66BCD74FB0}"/>
          </ac:spMkLst>
        </pc:spChg>
        <pc:spChg chg="mod">
          <ac:chgData name="sharmapriyanshi272@outlook.com" userId="44327f0062566f87" providerId="LiveId" clId="{31197025-9FB1-46E0-839A-E5ECCFF16461}" dt="2026-07-15T06:24:46.269" v="1773" actId="20577"/>
          <ac:spMkLst>
            <pc:docMk/>
            <pc:sldMk cId="2588281544" sldId="264"/>
            <ac:spMk id="4" creationId="{7EFB36F0-AC15-CD9B-2B70-7469668F5C94}"/>
          </ac:spMkLst>
        </pc:spChg>
      </pc:sldChg>
      <pc:sldChg chg="addSp modSp new mod">
        <pc:chgData name="sharmapriyanshi272@outlook.com" userId="44327f0062566f87" providerId="LiveId" clId="{31197025-9FB1-46E0-839A-E5ECCFF16461}" dt="2026-07-15T06:29:58.560" v="1975" actId="207"/>
        <pc:sldMkLst>
          <pc:docMk/>
          <pc:sldMk cId="3430342912" sldId="265"/>
        </pc:sldMkLst>
        <pc:spChg chg="mod">
          <ac:chgData name="sharmapriyanshi272@outlook.com" userId="44327f0062566f87" providerId="LiveId" clId="{31197025-9FB1-46E0-839A-E5ECCFF16461}" dt="2026-07-15T06:26:03.808" v="1789" actId="14100"/>
          <ac:spMkLst>
            <pc:docMk/>
            <pc:sldMk cId="3430342912" sldId="265"/>
            <ac:spMk id="2" creationId="{18BEFF16-322D-2497-93B6-E864F38684F4}"/>
          </ac:spMkLst>
        </pc:spChg>
        <pc:spChg chg="mod">
          <ac:chgData name="sharmapriyanshi272@outlook.com" userId="44327f0062566f87" providerId="LiveId" clId="{31197025-9FB1-46E0-839A-E5ECCFF16461}" dt="2026-07-15T06:29:34.218" v="1973" actId="1076"/>
          <ac:spMkLst>
            <pc:docMk/>
            <pc:sldMk cId="3430342912" sldId="265"/>
            <ac:spMk id="3" creationId="{E337286B-8C3C-E75A-A8F7-0DAA75B2416A}"/>
          </ac:spMkLst>
        </pc:spChg>
        <pc:picChg chg="add mod">
          <ac:chgData name="sharmapriyanshi272@outlook.com" userId="44327f0062566f87" providerId="LiveId" clId="{31197025-9FB1-46E0-839A-E5ECCFF16461}" dt="2026-07-15T06:29:27.848" v="1970" actId="207"/>
          <ac:picMkLst>
            <pc:docMk/>
            <pc:sldMk cId="3430342912" sldId="265"/>
            <ac:picMk id="5" creationId="{A5C86138-3D24-293C-2A69-7E5EEB975E4C}"/>
          </ac:picMkLst>
        </pc:picChg>
        <pc:picChg chg="add mod">
          <ac:chgData name="sharmapriyanshi272@outlook.com" userId="44327f0062566f87" providerId="LiveId" clId="{31197025-9FB1-46E0-839A-E5ECCFF16461}" dt="2026-07-15T06:29:58.560" v="1975" actId="207"/>
          <ac:picMkLst>
            <pc:docMk/>
            <pc:sldMk cId="3430342912" sldId="265"/>
            <ac:picMk id="6" creationId="{42EC28C4-A542-700F-E6C4-0E284374E3BF}"/>
          </ac:picMkLst>
        </pc:picChg>
      </pc:sldChg>
      <pc:sldChg chg="addSp modSp new mod">
        <pc:chgData name="sharmapriyanshi272@outlook.com" userId="44327f0062566f87" providerId="LiveId" clId="{31197025-9FB1-46E0-839A-E5ECCFF16461}" dt="2026-07-15T06:35:04.042" v="2141" actId="14861"/>
        <pc:sldMkLst>
          <pc:docMk/>
          <pc:sldMk cId="2880459520" sldId="266"/>
        </pc:sldMkLst>
        <pc:spChg chg="add mod">
          <ac:chgData name="sharmapriyanshi272@outlook.com" userId="44327f0062566f87" providerId="LiveId" clId="{31197025-9FB1-46E0-839A-E5ECCFF16461}" dt="2026-07-15T06:33:02.124" v="2134" actId="14838"/>
          <ac:spMkLst>
            <pc:docMk/>
            <pc:sldMk cId="2880459520" sldId="266"/>
            <ac:spMk id="2" creationId="{D58AEDF4-0DA0-8129-13FF-FE2EA1C06C65}"/>
          </ac:spMkLst>
        </pc:spChg>
        <pc:picChg chg="add mod">
          <ac:chgData name="sharmapriyanshi272@outlook.com" userId="44327f0062566f87" providerId="LiveId" clId="{31197025-9FB1-46E0-839A-E5ECCFF16461}" dt="2026-07-15T06:35:04.042" v="2141" actId="14861"/>
          <ac:picMkLst>
            <pc:docMk/>
            <pc:sldMk cId="2880459520" sldId="266"/>
            <ac:picMk id="4" creationId="{E820621B-DF3B-1DD1-404D-F6D309DED824}"/>
          </ac:picMkLst>
        </pc:picChg>
      </pc:sldChg>
      <pc:sldChg chg="addSp delSp modSp new mod ord modClrScheme chgLayout">
        <pc:chgData name="sharmapriyanshi272@outlook.com" userId="44327f0062566f87" providerId="LiveId" clId="{31197025-9FB1-46E0-839A-E5ECCFF16461}" dt="2026-07-15T06:57:28.881" v="2494" actId="1076"/>
        <pc:sldMkLst>
          <pc:docMk/>
          <pc:sldMk cId="1529530758" sldId="267"/>
        </pc:sldMkLst>
        <pc:spChg chg="del mod">
          <ac:chgData name="sharmapriyanshi272@outlook.com" userId="44327f0062566f87" providerId="LiveId" clId="{31197025-9FB1-46E0-839A-E5ECCFF16461}" dt="2026-07-15T06:44:44.617" v="2227" actId="478"/>
          <ac:spMkLst>
            <pc:docMk/>
            <pc:sldMk cId="1529530758" sldId="267"/>
            <ac:spMk id="2" creationId="{FA8CBF12-81CB-261A-F92D-A2276C7DFD32}"/>
          </ac:spMkLst>
        </pc:spChg>
        <pc:spChg chg="add del mod">
          <ac:chgData name="sharmapriyanshi272@outlook.com" userId="44327f0062566f87" providerId="LiveId" clId="{31197025-9FB1-46E0-839A-E5ECCFF16461}" dt="2026-07-15T06:44:49.135" v="2228" actId="700"/>
          <ac:spMkLst>
            <pc:docMk/>
            <pc:sldMk cId="1529530758" sldId="267"/>
            <ac:spMk id="4" creationId="{854A21EC-ED78-F21F-3AAF-C7A97162C671}"/>
          </ac:spMkLst>
        </pc:spChg>
        <pc:spChg chg="add mod">
          <ac:chgData name="sharmapriyanshi272@outlook.com" userId="44327f0062566f87" providerId="LiveId" clId="{31197025-9FB1-46E0-839A-E5ECCFF16461}" dt="2026-07-15T06:51:08.552" v="2459" actId="113"/>
          <ac:spMkLst>
            <pc:docMk/>
            <pc:sldMk cId="1529530758" sldId="267"/>
            <ac:spMk id="5" creationId="{4140BCE4-62D6-ECDB-5D23-CC996C96B818}"/>
          </ac:spMkLst>
        </pc:spChg>
        <pc:spChg chg="add mod">
          <ac:chgData name="sharmapriyanshi272@outlook.com" userId="44327f0062566f87" providerId="LiveId" clId="{31197025-9FB1-46E0-839A-E5ECCFF16461}" dt="2026-07-15T06:53:21.152" v="2475" actId="13822"/>
          <ac:spMkLst>
            <pc:docMk/>
            <pc:sldMk cId="1529530758" sldId="267"/>
            <ac:spMk id="16" creationId="{A815D023-E386-C95D-0756-4098C325959D}"/>
          </ac:spMkLst>
        </pc:spChg>
        <pc:picChg chg="add mod">
          <ac:chgData name="sharmapriyanshi272@outlook.com" userId="44327f0062566f87" providerId="LiveId" clId="{31197025-9FB1-46E0-839A-E5ECCFF16461}" dt="2026-07-15T06:54:11.174" v="2479" actId="207"/>
          <ac:picMkLst>
            <pc:docMk/>
            <pc:sldMk cId="1529530758" sldId="267"/>
            <ac:picMk id="18" creationId="{2FCD0D15-FDA9-8F6C-252A-EAA497BBCCA0}"/>
          </ac:picMkLst>
        </pc:picChg>
        <pc:picChg chg="add mod">
          <ac:chgData name="sharmapriyanshi272@outlook.com" userId="44327f0062566f87" providerId="LiveId" clId="{31197025-9FB1-46E0-839A-E5ECCFF16461}" dt="2026-07-15T06:54:59.327" v="2482" actId="207"/>
          <ac:picMkLst>
            <pc:docMk/>
            <pc:sldMk cId="1529530758" sldId="267"/>
            <ac:picMk id="20" creationId="{975F810A-E97F-81C7-B71C-EC1A8460FBE1}"/>
          </ac:picMkLst>
        </pc:picChg>
        <pc:picChg chg="add mod">
          <ac:chgData name="sharmapriyanshi272@outlook.com" userId="44327f0062566f87" providerId="LiveId" clId="{31197025-9FB1-46E0-839A-E5ECCFF16461}" dt="2026-07-15T06:57:28.881" v="2494" actId="1076"/>
          <ac:picMkLst>
            <pc:docMk/>
            <pc:sldMk cId="1529530758" sldId="267"/>
            <ac:picMk id="30" creationId="{B5967CBB-25CA-8C1C-10A8-1D72DD568525}"/>
          </ac:picMkLst>
        </pc:picChg>
        <pc:cxnChg chg="add del">
          <ac:chgData name="sharmapriyanshi272@outlook.com" userId="44327f0062566f87" providerId="LiveId" clId="{31197025-9FB1-46E0-839A-E5ECCFF16461}" dt="2026-07-15T06:51:28.811" v="2461" actId="11529"/>
          <ac:cxnSpMkLst>
            <pc:docMk/>
            <pc:sldMk cId="1529530758" sldId="267"/>
            <ac:cxnSpMk id="7" creationId="{C65FBF8D-CF4A-88AA-55AE-905493F2F67E}"/>
          </ac:cxnSpMkLst>
        </pc:cxnChg>
        <pc:cxnChg chg="add mod">
          <ac:chgData name="sharmapriyanshi272@outlook.com" userId="44327f0062566f87" providerId="LiveId" clId="{31197025-9FB1-46E0-839A-E5ECCFF16461}" dt="2026-07-15T06:52:24.069" v="2467" actId="1582"/>
          <ac:cxnSpMkLst>
            <pc:docMk/>
            <pc:sldMk cId="1529530758" sldId="267"/>
            <ac:cxnSpMk id="9" creationId="{DFC707F0-D3EB-D25B-8CF3-9EEDF0696149}"/>
          </ac:cxnSpMkLst>
        </pc:cxnChg>
        <pc:cxnChg chg="add mod">
          <ac:chgData name="sharmapriyanshi272@outlook.com" userId="44327f0062566f87" providerId="LiveId" clId="{31197025-9FB1-46E0-839A-E5ECCFF16461}" dt="2026-07-15T06:52:13.188" v="2465" actId="13822"/>
          <ac:cxnSpMkLst>
            <pc:docMk/>
            <pc:sldMk cId="1529530758" sldId="267"/>
            <ac:cxnSpMk id="11" creationId="{6A7DF9B1-1AD1-6195-2969-9142ED5BCA7F}"/>
          </ac:cxnSpMkLst>
        </pc:cxnChg>
        <pc:cxnChg chg="add mod">
          <ac:chgData name="sharmapriyanshi272@outlook.com" userId="44327f0062566f87" providerId="LiveId" clId="{31197025-9FB1-46E0-839A-E5ECCFF16461}" dt="2026-07-15T06:52:52.851" v="2470" actId="1582"/>
          <ac:cxnSpMkLst>
            <pc:docMk/>
            <pc:sldMk cId="1529530758" sldId="267"/>
            <ac:cxnSpMk id="13" creationId="{F6B83A1E-17F7-52E4-677B-FB41205F578D}"/>
          </ac:cxnSpMkLst>
        </pc:cxnChg>
        <pc:cxnChg chg="add mod">
          <ac:chgData name="sharmapriyanshi272@outlook.com" userId="44327f0062566f87" providerId="LiveId" clId="{31197025-9FB1-46E0-839A-E5ECCFF16461}" dt="2026-07-15T06:53:08.243" v="2473" actId="1582"/>
          <ac:cxnSpMkLst>
            <pc:docMk/>
            <pc:sldMk cId="1529530758" sldId="267"/>
            <ac:cxnSpMk id="15" creationId="{95030D60-AA4A-D10F-6E19-4B45BFA57454}"/>
          </ac:cxnSpMkLst>
        </pc:cxnChg>
        <pc:cxnChg chg="add">
          <ac:chgData name="sharmapriyanshi272@outlook.com" userId="44327f0062566f87" providerId="LiveId" clId="{31197025-9FB1-46E0-839A-E5ECCFF16461}" dt="2026-07-15T06:55:19.087" v="2483" actId="11529"/>
          <ac:cxnSpMkLst>
            <pc:docMk/>
            <pc:sldMk cId="1529530758" sldId="267"/>
            <ac:cxnSpMk id="22" creationId="{F5404CC4-227A-B61E-66C0-20C4E8CA9787}"/>
          </ac:cxnSpMkLst>
        </pc:cxnChg>
        <pc:cxnChg chg="add">
          <ac:chgData name="sharmapriyanshi272@outlook.com" userId="44327f0062566f87" providerId="LiveId" clId="{31197025-9FB1-46E0-839A-E5ECCFF16461}" dt="2026-07-15T06:55:26.360" v="2484" actId="11529"/>
          <ac:cxnSpMkLst>
            <pc:docMk/>
            <pc:sldMk cId="1529530758" sldId="267"/>
            <ac:cxnSpMk id="24" creationId="{73AE4532-4EBD-3B54-BF05-CE438457F86F}"/>
          </ac:cxnSpMkLst>
        </pc:cxnChg>
        <pc:cxnChg chg="add">
          <ac:chgData name="sharmapriyanshi272@outlook.com" userId="44327f0062566f87" providerId="LiveId" clId="{31197025-9FB1-46E0-839A-E5ECCFF16461}" dt="2026-07-15T06:55:33.922" v="2485" actId="11529"/>
          <ac:cxnSpMkLst>
            <pc:docMk/>
            <pc:sldMk cId="1529530758" sldId="267"/>
            <ac:cxnSpMk id="26" creationId="{FAFD1022-0D91-89A8-87D8-6BDBB405D3D6}"/>
          </ac:cxnSpMkLst>
        </pc:cxnChg>
        <pc:cxnChg chg="add">
          <ac:chgData name="sharmapriyanshi272@outlook.com" userId="44327f0062566f87" providerId="LiveId" clId="{31197025-9FB1-46E0-839A-E5ECCFF16461}" dt="2026-07-15T06:55:40.400" v="2486" actId="11529"/>
          <ac:cxnSpMkLst>
            <pc:docMk/>
            <pc:sldMk cId="1529530758" sldId="267"/>
            <ac:cxnSpMk id="28" creationId="{090E538E-37A0-887B-C9B3-6B112E38A0CD}"/>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2540858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3489442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2673157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C04884-A703-4396-B41D-EDA40DD416FA}"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2270517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C04884-A703-4396-B41D-EDA40DD416FA}" type="datetimeFigureOut">
              <a:rPr lang="en-IN" smtClean="0"/>
              <a:t>15-07-2026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2113077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C04884-A703-4396-B41D-EDA40DD416FA}" type="datetimeFigureOut">
              <a:rPr lang="en-IN" smtClean="0"/>
              <a:t>15-07-2026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3236280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C04884-A703-4396-B41D-EDA40DD416FA}" type="datetimeFigureOut">
              <a:rPr lang="en-IN" smtClean="0"/>
              <a:t>15-07-2026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136405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C04884-A703-4396-B41D-EDA40DD416FA}"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1988839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04884-A703-4396-B41D-EDA40DD416FA}"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1091867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656747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06792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3804388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47383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13459969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19160226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C04884-A703-4396-B41D-EDA40DD416FA}"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33ED8A-27D5-42A3-9D4B-A1F018103128}" type="slidenum">
              <a:rPr lang="en-IN" smtClean="0"/>
              <a:t>‹#›</a:t>
            </a:fld>
            <a:endParaRPr lang="en-IN"/>
          </a:p>
        </p:txBody>
      </p:sp>
    </p:spTree>
    <p:extLst>
      <p:ext uri="{BB962C8B-B14F-4D97-AF65-F5344CB8AC3E}">
        <p14:creationId xmlns:p14="http://schemas.microsoft.com/office/powerpoint/2010/main" val="3127544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2C04884-A703-4396-B41D-EDA40DD416FA}" type="datetimeFigureOut">
              <a:rPr lang="en-IN" smtClean="0"/>
              <a:t>15-07-2026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A33ED8A-27D5-42A3-9D4B-A1F018103128}" type="slidenum">
              <a:rPr lang="en-IN" smtClean="0"/>
              <a:t>‹#›</a:t>
            </a:fld>
            <a:endParaRPr lang="en-IN"/>
          </a:p>
        </p:txBody>
      </p:sp>
    </p:spTree>
    <p:extLst>
      <p:ext uri="{BB962C8B-B14F-4D97-AF65-F5344CB8AC3E}">
        <p14:creationId xmlns:p14="http://schemas.microsoft.com/office/powerpoint/2010/main" val="25367756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9.svg"/><Relationship Id="rId7" Type="http://schemas.openxmlformats.org/officeDocument/2006/relationships/image" Target="../media/image22.svg"/><Relationship Id="rId2" Type="http://schemas.openxmlformats.org/officeDocument/2006/relationships/image" Target="../media/image18.svg"/><Relationship Id="rId1" Type="http://schemas.openxmlformats.org/officeDocument/2006/relationships/slideLayout" Target="../slideLayouts/slideLayout6.xml"/><Relationship Id="rId6" Type="http://schemas.openxmlformats.org/officeDocument/2006/relationships/image" Target="../media/image21.svg"/><Relationship Id="rId5" Type="http://schemas.openxmlformats.org/officeDocument/2006/relationships/image" Target="../media/image1.svg"/><Relationship Id="rId10" Type="http://schemas.openxmlformats.org/officeDocument/2006/relationships/image" Target="../media/image25.svg"/><Relationship Id="rId4" Type="http://schemas.openxmlformats.org/officeDocument/2006/relationships/image" Target="../media/image20.svg"/><Relationship Id="rId9" Type="http://schemas.openxmlformats.org/officeDocument/2006/relationships/image" Target="../media/image24.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40BCE4-62D6-ECDB-5D23-CC996C96B818}"/>
              </a:ext>
            </a:extLst>
          </p:cNvPr>
          <p:cNvSpPr txBox="1"/>
          <p:nvPr/>
        </p:nvSpPr>
        <p:spPr>
          <a:xfrm>
            <a:off x="548640" y="493776"/>
            <a:ext cx="8997696" cy="5816977"/>
          </a:xfrm>
          <a:prstGeom prst="rect">
            <a:avLst/>
          </a:prstGeom>
          <a:noFill/>
        </p:spPr>
        <p:txBody>
          <a:bodyPr wrap="square" rtlCol="0">
            <a:spAutoFit/>
          </a:bodyPr>
          <a:lstStyle/>
          <a:p>
            <a:pPr algn="ctr"/>
            <a:r>
              <a:rPr lang="en-US" sz="1400" b="1" dirty="0">
                <a:latin typeface="Bahnschrift Light SemiCondensed" panose="020B0502040204020203" pitchFamily="34" charset="0"/>
              </a:rPr>
              <a:t>IBM PBEL 3.0 INTERNSHIP PROGRAM</a:t>
            </a:r>
          </a:p>
          <a:p>
            <a:pPr algn="ctr"/>
            <a:r>
              <a:rPr lang="en-US" sz="8000" dirty="0">
                <a:solidFill>
                  <a:schemeClr val="accent1"/>
                </a:solidFill>
                <a:latin typeface="Arial Black" panose="020B0A04020102020204" pitchFamily="34" charset="0"/>
              </a:rPr>
              <a:t>SMS-SPAM</a:t>
            </a:r>
          </a:p>
          <a:p>
            <a:pPr algn="ctr"/>
            <a:r>
              <a:rPr lang="en-US" sz="8000" dirty="0">
                <a:latin typeface="Arial Black" panose="020B0A04020102020204" pitchFamily="34" charset="0"/>
              </a:rPr>
              <a:t>DETECTOR</a:t>
            </a:r>
          </a:p>
          <a:p>
            <a:pPr algn="ctr"/>
            <a:endParaRPr lang="en-US" sz="1600" dirty="0">
              <a:latin typeface="Arial Black" panose="020B0A04020102020204" pitchFamily="34" charset="0"/>
            </a:endParaRPr>
          </a:p>
          <a:p>
            <a:pPr algn="ctr"/>
            <a:endParaRPr lang="en-US" sz="1600" dirty="0">
              <a:latin typeface="Arial Black" panose="020B0A04020102020204" pitchFamily="34" charset="0"/>
            </a:endParaRPr>
          </a:p>
          <a:p>
            <a:pPr algn="ctr"/>
            <a:r>
              <a:rPr lang="en-US" sz="1600" i="1" dirty="0">
                <a:latin typeface="Bahnschrift Light" panose="020B0502040204020203" pitchFamily="34" charset="0"/>
              </a:rPr>
              <a:t>Using Machine Learning to Detect </a:t>
            </a:r>
          </a:p>
          <a:p>
            <a:pPr algn="ctr"/>
            <a:r>
              <a:rPr lang="en-US" sz="1600" i="1" dirty="0">
                <a:latin typeface="Bahnschrift Light" panose="020B0502040204020203" pitchFamily="34" charset="0"/>
              </a:rPr>
              <a:t>Spam and Ham Messages</a:t>
            </a:r>
          </a:p>
          <a:p>
            <a:pPr algn="ctr"/>
            <a:endParaRPr lang="en-US" sz="1600" i="1" dirty="0">
              <a:latin typeface="Arial Black" panose="020B0A04020102020204" pitchFamily="34" charset="0"/>
            </a:endParaRPr>
          </a:p>
          <a:p>
            <a:pPr algn="ctr"/>
            <a:endParaRPr lang="en-US" sz="1600" i="1" dirty="0">
              <a:latin typeface="Arial Black" panose="020B0A04020102020204" pitchFamily="34" charset="0"/>
            </a:endParaRPr>
          </a:p>
          <a:p>
            <a:endParaRPr lang="en-US" sz="1600" dirty="0">
              <a:solidFill>
                <a:schemeClr val="accent1"/>
              </a:solidFill>
              <a:latin typeface="Arial Black" panose="020B0A04020102020204" pitchFamily="34" charset="0"/>
            </a:endParaRPr>
          </a:p>
          <a:p>
            <a:endParaRPr lang="en-US" dirty="0"/>
          </a:p>
          <a:p>
            <a:endParaRPr lang="en-US" dirty="0"/>
          </a:p>
          <a:p>
            <a:r>
              <a:rPr lang="en-US" sz="1400" dirty="0">
                <a:solidFill>
                  <a:schemeClr val="accent1"/>
                </a:solidFill>
                <a:latin typeface="Arial Black" panose="020B0A04020102020204" pitchFamily="34" charset="0"/>
              </a:rPr>
              <a:t>Presented by</a:t>
            </a:r>
          </a:p>
          <a:p>
            <a:r>
              <a:rPr lang="en-US" dirty="0">
                <a:solidFill>
                  <a:schemeClr val="accent1"/>
                </a:solidFill>
                <a:latin typeface="Arial Black" panose="020B0A04020102020204" pitchFamily="34" charset="0"/>
              </a:rPr>
              <a:t>PRIYANSHI SHARMA</a:t>
            </a:r>
          </a:p>
          <a:p>
            <a:endParaRPr lang="en-IN" dirty="0"/>
          </a:p>
        </p:txBody>
      </p:sp>
      <p:cxnSp>
        <p:nvCxnSpPr>
          <p:cNvPr id="9" name="Straight Connector 8">
            <a:extLst>
              <a:ext uri="{FF2B5EF4-FFF2-40B4-BE49-F238E27FC236}">
                <a16:creationId xmlns:a16="http://schemas.microsoft.com/office/drawing/2014/main" id="{DFC707F0-D3EB-D25B-8CF3-9EEDF0696149}"/>
              </a:ext>
            </a:extLst>
          </p:cNvPr>
          <p:cNvCxnSpPr/>
          <p:nvPr/>
        </p:nvCxnSpPr>
        <p:spPr>
          <a:xfrm>
            <a:off x="6501384" y="640080"/>
            <a:ext cx="231343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A7DF9B1-1AD1-6195-2969-9142ED5BCA7F}"/>
              </a:ext>
            </a:extLst>
          </p:cNvPr>
          <p:cNvCxnSpPr/>
          <p:nvPr/>
        </p:nvCxnSpPr>
        <p:spPr>
          <a:xfrm flipH="1">
            <a:off x="1417320" y="667512"/>
            <a:ext cx="2267712" cy="0"/>
          </a:xfrm>
          <a:prstGeom prst="line">
            <a:avLst/>
          </a:prstGeom>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F6B83A1E-17F7-52E4-677B-FB41205F578D}"/>
              </a:ext>
            </a:extLst>
          </p:cNvPr>
          <p:cNvCxnSpPr/>
          <p:nvPr/>
        </p:nvCxnSpPr>
        <p:spPr>
          <a:xfrm>
            <a:off x="1417320" y="3346704"/>
            <a:ext cx="316382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5030D60-AA4A-D10F-6E19-4B45BFA57454}"/>
              </a:ext>
            </a:extLst>
          </p:cNvPr>
          <p:cNvCxnSpPr/>
          <p:nvPr/>
        </p:nvCxnSpPr>
        <p:spPr>
          <a:xfrm>
            <a:off x="5138928" y="3337560"/>
            <a:ext cx="3877056" cy="0"/>
          </a:xfrm>
          <a:prstGeom prst="line">
            <a:avLst/>
          </a:prstGeom>
          <a:ln w="19050"/>
        </p:spPr>
        <p:style>
          <a:lnRef idx="1">
            <a:schemeClr val="dk1"/>
          </a:lnRef>
          <a:fillRef idx="0">
            <a:schemeClr val="dk1"/>
          </a:fillRef>
          <a:effectRef idx="0">
            <a:schemeClr val="dk1"/>
          </a:effectRef>
          <a:fontRef idx="minor">
            <a:schemeClr val="tx1"/>
          </a:fontRef>
        </p:style>
      </p:cxnSp>
      <p:sp>
        <p:nvSpPr>
          <p:cNvPr id="16" name="Flowchart: Connector 15">
            <a:extLst>
              <a:ext uri="{FF2B5EF4-FFF2-40B4-BE49-F238E27FC236}">
                <a16:creationId xmlns:a16="http://schemas.microsoft.com/office/drawing/2014/main" id="{A815D023-E386-C95D-0756-4098C325959D}"/>
              </a:ext>
            </a:extLst>
          </p:cNvPr>
          <p:cNvSpPr/>
          <p:nvPr/>
        </p:nvSpPr>
        <p:spPr>
          <a:xfrm>
            <a:off x="4672584" y="3200400"/>
            <a:ext cx="365760" cy="228596"/>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8" name="Graphic 17" descr="Envelope with solid fill">
            <a:extLst>
              <a:ext uri="{FF2B5EF4-FFF2-40B4-BE49-F238E27FC236}">
                <a16:creationId xmlns:a16="http://schemas.microsoft.com/office/drawing/2014/main" id="{2FCD0D15-FDA9-8F6C-252A-EAA497BBCCA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24400" y="4659560"/>
            <a:ext cx="1264920" cy="1264920"/>
          </a:xfrm>
          <a:prstGeom prst="rect">
            <a:avLst/>
          </a:prstGeom>
        </p:spPr>
      </p:pic>
      <p:pic>
        <p:nvPicPr>
          <p:cNvPr id="20" name="Graphic 19" descr="Speech with solid fill">
            <a:extLst>
              <a:ext uri="{FF2B5EF4-FFF2-40B4-BE49-F238E27FC236}">
                <a16:creationId xmlns:a16="http://schemas.microsoft.com/office/drawing/2014/main" id="{975F810A-E97F-81C7-B71C-EC1A8460FB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98264" y="4568125"/>
            <a:ext cx="914400" cy="914400"/>
          </a:xfrm>
          <a:prstGeom prst="rect">
            <a:avLst/>
          </a:prstGeom>
        </p:spPr>
      </p:pic>
      <p:cxnSp>
        <p:nvCxnSpPr>
          <p:cNvPr id="22" name="Straight Connector 21">
            <a:extLst>
              <a:ext uri="{FF2B5EF4-FFF2-40B4-BE49-F238E27FC236}">
                <a16:creationId xmlns:a16="http://schemas.microsoft.com/office/drawing/2014/main" id="{F5404CC4-227A-B61E-66C0-20C4E8CA9787}"/>
              </a:ext>
            </a:extLst>
          </p:cNvPr>
          <p:cNvCxnSpPr/>
          <p:nvPr/>
        </p:nvCxnSpPr>
        <p:spPr>
          <a:xfrm>
            <a:off x="4672584" y="4882896"/>
            <a:ext cx="4206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3AE4532-4EBD-3B54-BF05-CE438457F86F}"/>
              </a:ext>
            </a:extLst>
          </p:cNvPr>
          <p:cNvCxnSpPr/>
          <p:nvPr/>
        </p:nvCxnSpPr>
        <p:spPr>
          <a:xfrm>
            <a:off x="4672584" y="5025325"/>
            <a:ext cx="3749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AFD1022-0D91-89A8-87D8-6BDBB405D3D6}"/>
              </a:ext>
            </a:extLst>
          </p:cNvPr>
          <p:cNvCxnSpPr/>
          <p:nvPr/>
        </p:nvCxnSpPr>
        <p:spPr>
          <a:xfrm>
            <a:off x="5138928" y="5482525"/>
            <a:ext cx="3931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90E538E-37A0-887B-C9B3-6B112E38A0CD}"/>
              </a:ext>
            </a:extLst>
          </p:cNvPr>
          <p:cNvCxnSpPr/>
          <p:nvPr/>
        </p:nvCxnSpPr>
        <p:spPr>
          <a:xfrm>
            <a:off x="5312664" y="5120640"/>
            <a:ext cx="237744" cy="0"/>
          </a:xfrm>
          <a:prstGeom prst="line">
            <a:avLst/>
          </a:prstGeom>
        </p:spPr>
        <p:style>
          <a:lnRef idx="1">
            <a:schemeClr val="accent1"/>
          </a:lnRef>
          <a:fillRef idx="0">
            <a:schemeClr val="accent1"/>
          </a:fillRef>
          <a:effectRef idx="0">
            <a:schemeClr val="accent1"/>
          </a:effectRef>
          <a:fontRef idx="minor">
            <a:schemeClr val="tx1"/>
          </a:fontRef>
        </p:style>
      </p:cxnSp>
      <p:pic>
        <p:nvPicPr>
          <p:cNvPr id="30" name="Graphic 29" descr="Help with solid fill">
            <a:extLst>
              <a:ext uri="{FF2B5EF4-FFF2-40B4-BE49-F238E27FC236}">
                <a16:creationId xmlns:a16="http://schemas.microsoft.com/office/drawing/2014/main" id="{B5967CBB-25CA-8C1C-10A8-1D72DD5685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17635" y="5381111"/>
            <a:ext cx="543369" cy="543369"/>
          </a:xfrm>
          <a:prstGeom prst="rect">
            <a:avLst/>
          </a:prstGeom>
        </p:spPr>
      </p:pic>
    </p:spTree>
    <p:extLst>
      <p:ext uri="{BB962C8B-B14F-4D97-AF65-F5344CB8AC3E}">
        <p14:creationId xmlns:p14="http://schemas.microsoft.com/office/powerpoint/2010/main" val="1529530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2AE7C-4729-4E40-E0D2-4EC11854F587}"/>
              </a:ext>
            </a:extLst>
          </p:cNvPr>
          <p:cNvSpPr>
            <a:spLocks noGrp="1"/>
          </p:cNvSpPr>
          <p:nvPr>
            <p:ph type="ctrTitle"/>
          </p:nvPr>
        </p:nvSpPr>
        <p:spPr>
          <a:xfrm>
            <a:off x="849341" y="463438"/>
            <a:ext cx="7766936" cy="5022961"/>
          </a:xfrm>
          <a:noFill/>
        </p:spPr>
        <p:txBody>
          <a:bodyPr anchor="t"/>
          <a:lstStyle/>
          <a:p>
            <a:pPr algn="l"/>
            <a:r>
              <a:rPr lang="en-US" sz="3200" b="1" u="sng" dirty="0"/>
              <a:t>Introduction</a:t>
            </a:r>
            <a:br>
              <a:rPr lang="en-US" sz="3200" b="1" dirty="0"/>
            </a:br>
            <a:br>
              <a:rPr lang="en-US" sz="3200" b="1" dirty="0"/>
            </a:br>
            <a:r>
              <a:rPr lang="en-IN" sz="1800" dirty="0">
                <a:solidFill>
                  <a:schemeClr val="bg1">
                    <a:lumMod val="50000"/>
                  </a:schemeClr>
                </a:solidFill>
              </a:rPr>
              <a:t>Spam SMS messages are unwanted messages that usually contain fake offers, lottery scams or harmful links. These messages waste time and can sometimes lead to fraud. Machine Learning helps in identifying these messages automatically.</a:t>
            </a:r>
            <a:br>
              <a:rPr lang="en-IN" sz="1800" dirty="0">
                <a:solidFill>
                  <a:schemeClr val="bg1">
                    <a:lumMod val="50000"/>
                  </a:schemeClr>
                </a:solidFill>
              </a:rPr>
            </a:br>
            <a:br>
              <a:rPr lang="en-IN" sz="1800" dirty="0">
                <a:solidFill>
                  <a:schemeClr val="bg1">
                    <a:lumMod val="50000"/>
                  </a:schemeClr>
                </a:solidFill>
              </a:rPr>
            </a:br>
            <a:r>
              <a:rPr lang="en-IN" sz="1800" dirty="0">
                <a:solidFill>
                  <a:schemeClr val="bg1">
                    <a:lumMod val="50000"/>
                  </a:schemeClr>
                </a:solidFill>
              </a:rPr>
              <a:t>1.Spam messages are common. </a:t>
            </a:r>
            <a:br>
              <a:rPr lang="en-IN" sz="1800" dirty="0">
                <a:solidFill>
                  <a:schemeClr val="bg1">
                    <a:lumMod val="50000"/>
                  </a:schemeClr>
                </a:solidFill>
              </a:rPr>
            </a:br>
            <a:r>
              <a:rPr lang="en-IN" sz="1800" dirty="0">
                <a:solidFill>
                  <a:schemeClr val="bg1">
                    <a:lumMod val="50000"/>
                  </a:schemeClr>
                </a:solidFill>
              </a:rPr>
              <a:t>2.Manual filtering takes time. </a:t>
            </a:r>
            <a:br>
              <a:rPr lang="en-IN" sz="1800" dirty="0">
                <a:solidFill>
                  <a:schemeClr val="bg1">
                    <a:lumMod val="50000"/>
                  </a:schemeClr>
                </a:solidFill>
              </a:rPr>
            </a:br>
            <a:r>
              <a:rPr lang="en-IN" sz="1800" dirty="0">
                <a:solidFill>
                  <a:schemeClr val="bg1">
                    <a:lumMod val="50000"/>
                  </a:schemeClr>
                </a:solidFill>
              </a:rPr>
              <a:t>3.Machine Learning improves accuracy. </a:t>
            </a:r>
            <a:br>
              <a:rPr lang="en-IN" sz="1800" dirty="0">
                <a:solidFill>
                  <a:schemeClr val="bg1">
                    <a:lumMod val="50000"/>
                  </a:schemeClr>
                </a:solidFill>
              </a:rPr>
            </a:br>
            <a:r>
              <a:rPr lang="en-IN" sz="1800" dirty="0">
                <a:solidFill>
                  <a:schemeClr val="bg1">
                    <a:lumMod val="50000"/>
                  </a:schemeClr>
                </a:solidFill>
              </a:rPr>
              <a:t>4.This project detects Spam and Not Spam messages.</a:t>
            </a:r>
            <a:br>
              <a:rPr lang="en-IN" sz="1800" dirty="0">
                <a:solidFill>
                  <a:schemeClr val="bg1">
                    <a:lumMod val="50000"/>
                  </a:schemeClr>
                </a:solidFill>
              </a:rPr>
            </a:br>
            <a:endParaRPr lang="en-IN" sz="1800" b="1" dirty="0">
              <a:solidFill>
                <a:schemeClr val="bg1">
                  <a:lumMod val="50000"/>
                </a:schemeClr>
              </a:solidFill>
            </a:endParaRPr>
          </a:p>
        </p:txBody>
      </p:sp>
      <p:pic>
        <p:nvPicPr>
          <p:cNvPr id="5" name="Graphic 4" descr="Smart Phone with solid fill">
            <a:extLst>
              <a:ext uri="{FF2B5EF4-FFF2-40B4-BE49-F238E27FC236}">
                <a16:creationId xmlns:a16="http://schemas.microsoft.com/office/drawing/2014/main" id="{1CB890ED-A925-3BDB-C033-7C1652F5C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66021" y="2516944"/>
            <a:ext cx="3449053" cy="3402593"/>
          </a:xfrm>
          <a:prstGeom prst="rect">
            <a:avLst/>
          </a:prstGeom>
        </p:spPr>
      </p:pic>
      <p:sp>
        <p:nvSpPr>
          <p:cNvPr id="8" name="Rectangle: Rounded Corners 7">
            <a:extLst>
              <a:ext uri="{FF2B5EF4-FFF2-40B4-BE49-F238E27FC236}">
                <a16:creationId xmlns:a16="http://schemas.microsoft.com/office/drawing/2014/main" id="{82ACC92D-E57C-829B-9C2B-3E2125A1FE43}"/>
              </a:ext>
            </a:extLst>
          </p:cNvPr>
          <p:cNvSpPr/>
          <p:nvPr/>
        </p:nvSpPr>
        <p:spPr>
          <a:xfrm>
            <a:off x="9031705" y="2158437"/>
            <a:ext cx="1524000" cy="816481"/>
          </a:xfrm>
          <a:prstGeom prst="roundRect">
            <a:avLst/>
          </a:prstGeom>
          <a:solidFill>
            <a:srgbClr val="FF3399"/>
          </a:solidFill>
          <a:ln w="38100">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buClr>
                <a:srgbClr val="FF0000"/>
              </a:buClr>
            </a:pPr>
            <a:r>
              <a:rPr lang="en-IN" sz="1200" dirty="0"/>
              <a:t>Congratulations!</a:t>
            </a:r>
          </a:p>
          <a:p>
            <a:pPr algn="ctr"/>
            <a:r>
              <a:rPr lang="en-IN" sz="1200" dirty="0"/>
              <a:t>You won ₹50,000.</a:t>
            </a:r>
          </a:p>
        </p:txBody>
      </p:sp>
      <p:sp>
        <p:nvSpPr>
          <p:cNvPr id="9" name="Rectangle: Rounded Corners 8">
            <a:extLst>
              <a:ext uri="{FF2B5EF4-FFF2-40B4-BE49-F238E27FC236}">
                <a16:creationId xmlns:a16="http://schemas.microsoft.com/office/drawing/2014/main" id="{4AAB243F-E2B0-8534-AF79-EEE43BD712E2}"/>
              </a:ext>
            </a:extLst>
          </p:cNvPr>
          <p:cNvSpPr/>
          <p:nvPr/>
        </p:nvSpPr>
        <p:spPr>
          <a:xfrm>
            <a:off x="9553074" y="1162702"/>
            <a:ext cx="1524000" cy="816481"/>
          </a:xfrm>
          <a:prstGeom prst="roundRect">
            <a:avLst/>
          </a:prstGeom>
          <a:solidFill>
            <a:srgbClr val="92D050"/>
          </a:solidFill>
          <a:ln w="38100">
            <a:solidFill>
              <a:schemeClr val="tx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t>Hi Priyanshi,</a:t>
            </a:r>
          </a:p>
          <a:p>
            <a:pPr algn="ctr"/>
            <a:r>
              <a:rPr lang="en-US" sz="1200" b="1" dirty="0"/>
              <a:t>See you tomorrow!</a:t>
            </a:r>
            <a:endParaRPr lang="en-IN" sz="1200" b="1" dirty="0"/>
          </a:p>
        </p:txBody>
      </p:sp>
    </p:spTree>
    <p:extLst>
      <p:ext uri="{BB962C8B-B14F-4D97-AF65-F5344CB8AC3E}">
        <p14:creationId xmlns:p14="http://schemas.microsoft.com/office/powerpoint/2010/main" val="2132461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E912F-BC3A-D58A-502F-F435551B22B0}"/>
              </a:ext>
            </a:extLst>
          </p:cNvPr>
          <p:cNvSpPr>
            <a:spLocks noGrp="1"/>
          </p:cNvSpPr>
          <p:nvPr>
            <p:ph type="title"/>
          </p:nvPr>
        </p:nvSpPr>
        <p:spPr/>
        <p:txBody>
          <a:bodyPr/>
          <a:lstStyle/>
          <a:p>
            <a:r>
              <a:rPr lang="en-US" b="1" u="sng" dirty="0"/>
              <a:t>Problem Statement</a:t>
            </a:r>
            <a:endParaRPr lang="en-IN" b="1" u="sng" dirty="0"/>
          </a:p>
        </p:txBody>
      </p:sp>
      <p:sp>
        <p:nvSpPr>
          <p:cNvPr id="3" name="Content Placeholder 2">
            <a:extLst>
              <a:ext uri="{FF2B5EF4-FFF2-40B4-BE49-F238E27FC236}">
                <a16:creationId xmlns:a16="http://schemas.microsoft.com/office/drawing/2014/main" id="{57E93405-594C-709C-C9CB-38C40D988F66}"/>
              </a:ext>
            </a:extLst>
          </p:cNvPr>
          <p:cNvSpPr>
            <a:spLocks noGrp="1"/>
          </p:cNvSpPr>
          <p:nvPr>
            <p:ph idx="1"/>
          </p:nvPr>
        </p:nvSpPr>
        <p:spPr/>
        <p:txBody>
          <a:bodyPr/>
          <a:lstStyle/>
          <a:p>
            <a:pPr>
              <a:buFont typeface="Arial" panose="020B0604020202020204" pitchFamily="34" charset="0"/>
              <a:buChar char="•"/>
            </a:pPr>
            <a:r>
              <a:rPr lang="en-US" dirty="0"/>
              <a:t>Spam SMS messages are increasing rapidly.</a:t>
            </a:r>
          </a:p>
          <a:p>
            <a:pPr>
              <a:buFont typeface="Arial" panose="020B0604020202020204" pitchFamily="34" charset="0"/>
              <a:buChar char="•"/>
            </a:pPr>
            <a:r>
              <a:rPr lang="en-US" dirty="0"/>
              <a:t>Some messages contain fake offers and scams.</a:t>
            </a:r>
          </a:p>
          <a:p>
            <a:pPr>
              <a:buFont typeface="Arial" panose="020B0604020202020204" pitchFamily="34" charset="0"/>
              <a:buChar char="•"/>
            </a:pPr>
            <a:r>
              <a:rPr lang="en-US" dirty="0"/>
              <a:t>Manual filtering is time-consuming.</a:t>
            </a:r>
          </a:p>
          <a:p>
            <a:pPr>
              <a:buFont typeface="Arial" panose="020B0604020202020204" pitchFamily="34" charset="0"/>
              <a:buChar char="•"/>
            </a:pPr>
            <a:r>
              <a:rPr lang="en-US" dirty="0"/>
              <a:t>A smart system is needed to detect spam automatically.</a:t>
            </a:r>
          </a:p>
          <a:p>
            <a:pPr marL="0" indent="0">
              <a:buNone/>
            </a:pPr>
            <a:endParaRPr lang="en-IN" dirty="0"/>
          </a:p>
          <a:p>
            <a:pPr marL="0" indent="0">
              <a:buNone/>
            </a:pPr>
            <a:endParaRPr lang="en-IN" u="sng" dirty="0">
              <a:solidFill>
                <a:schemeClr val="bg1">
                  <a:lumMod val="50000"/>
                </a:schemeClr>
              </a:solidFill>
            </a:endParaRPr>
          </a:p>
        </p:txBody>
      </p:sp>
      <p:sp>
        <p:nvSpPr>
          <p:cNvPr id="4" name="Rectangle: Rounded Corners 3">
            <a:extLst>
              <a:ext uri="{FF2B5EF4-FFF2-40B4-BE49-F238E27FC236}">
                <a16:creationId xmlns:a16="http://schemas.microsoft.com/office/drawing/2014/main" id="{D1C9236B-0CC2-E803-AE57-B3DE6A7B8D74}"/>
              </a:ext>
            </a:extLst>
          </p:cNvPr>
          <p:cNvSpPr/>
          <p:nvPr/>
        </p:nvSpPr>
        <p:spPr>
          <a:xfrm>
            <a:off x="1074821" y="4090737"/>
            <a:ext cx="5694947" cy="1732547"/>
          </a:xfrm>
          <a:prstGeom prst="roundRect">
            <a:avLst/>
          </a:prstGeom>
          <a:ln w="3810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solidFill>
                  <a:schemeClr val="accent1">
                    <a:lumMod val="75000"/>
                  </a:schemeClr>
                </a:solidFill>
              </a:rPr>
              <a:t>💡 Solution </a:t>
            </a:r>
          </a:p>
          <a:p>
            <a:pPr algn="ctr"/>
            <a:r>
              <a:rPr lang="en-IN" dirty="0"/>
              <a:t> Use Machine Learning to classify  SMS messages into Spam and Not Spam automatically. </a:t>
            </a:r>
          </a:p>
        </p:txBody>
      </p:sp>
    </p:spTree>
    <p:extLst>
      <p:ext uri="{BB962C8B-B14F-4D97-AF65-F5344CB8AC3E}">
        <p14:creationId xmlns:p14="http://schemas.microsoft.com/office/powerpoint/2010/main" val="870683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F6FB6-E527-7DB6-BE02-F99657F70C41}"/>
              </a:ext>
            </a:extLst>
          </p:cNvPr>
          <p:cNvSpPr>
            <a:spLocks noGrp="1"/>
          </p:cNvSpPr>
          <p:nvPr>
            <p:ph type="title"/>
          </p:nvPr>
        </p:nvSpPr>
        <p:spPr/>
        <p:txBody>
          <a:bodyPr/>
          <a:lstStyle/>
          <a:p>
            <a:r>
              <a:rPr lang="en-US" b="1" u="sng" dirty="0"/>
              <a:t>Objectives</a:t>
            </a:r>
            <a:endParaRPr lang="en-IN" b="1" u="sng" dirty="0"/>
          </a:p>
        </p:txBody>
      </p:sp>
      <p:sp>
        <p:nvSpPr>
          <p:cNvPr id="4" name="TextBox 3">
            <a:extLst>
              <a:ext uri="{FF2B5EF4-FFF2-40B4-BE49-F238E27FC236}">
                <a16:creationId xmlns:a16="http://schemas.microsoft.com/office/drawing/2014/main" id="{0450DEF9-38D6-6D2B-EF19-C02B505658AB}"/>
              </a:ext>
            </a:extLst>
          </p:cNvPr>
          <p:cNvSpPr txBox="1"/>
          <p:nvPr/>
        </p:nvSpPr>
        <p:spPr>
          <a:xfrm>
            <a:off x="304800" y="1930400"/>
            <a:ext cx="3994484" cy="3477875"/>
          </a:xfrm>
          <a:prstGeom prst="rect">
            <a:avLst/>
          </a:prstGeom>
          <a:noFill/>
        </p:spPr>
        <p:txBody>
          <a:bodyPr wrap="square" rtlCol="0">
            <a:spAutoFit/>
          </a:bodyPr>
          <a:lstStyle/>
          <a:p>
            <a:r>
              <a:rPr lang="en-IN" sz="2000" dirty="0">
                <a:solidFill>
                  <a:schemeClr val="bg1">
                    <a:lumMod val="50000"/>
                  </a:schemeClr>
                </a:solidFill>
              </a:rPr>
              <a:t>🛡️ Detect Spam Messages</a:t>
            </a:r>
          </a:p>
          <a:p>
            <a:r>
              <a:rPr lang="en-IN" sz="2000" dirty="0">
                <a:solidFill>
                  <a:schemeClr val="bg1">
                    <a:lumMod val="50000"/>
                  </a:schemeClr>
                </a:solidFill>
              </a:rPr>
              <a:t>Identify unwanted SMS messages automatically.</a:t>
            </a:r>
          </a:p>
          <a:p>
            <a:endParaRPr lang="en-IN" sz="2000" dirty="0">
              <a:solidFill>
                <a:schemeClr val="bg1">
                  <a:lumMod val="50000"/>
                </a:schemeClr>
              </a:solidFill>
            </a:endParaRPr>
          </a:p>
          <a:p>
            <a:r>
              <a:rPr lang="en-IN" sz="2000" dirty="0">
                <a:solidFill>
                  <a:schemeClr val="bg1">
                    <a:lumMod val="50000"/>
                  </a:schemeClr>
                </a:solidFill>
              </a:rPr>
              <a:t>📩 Detect Normal Messages</a:t>
            </a:r>
          </a:p>
          <a:p>
            <a:r>
              <a:rPr lang="en-IN" sz="2000" dirty="0">
                <a:solidFill>
                  <a:schemeClr val="bg1">
                    <a:lumMod val="50000"/>
                  </a:schemeClr>
                </a:solidFill>
              </a:rPr>
              <a:t>Classify genuine SMS messages correctly.</a:t>
            </a:r>
          </a:p>
          <a:p>
            <a:endParaRPr lang="en-IN" sz="2000" dirty="0">
              <a:solidFill>
                <a:schemeClr val="bg1">
                  <a:lumMod val="50000"/>
                </a:schemeClr>
              </a:solidFill>
            </a:endParaRPr>
          </a:p>
          <a:p>
            <a:r>
              <a:rPr lang="en-IN" sz="2000" dirty="0">
                <a:solidFill>
                  <a:schemeClr val="bg1">
                    <a:lumMod val="50000"/>
                  </a:schemeClr>
                </a:solidFill>
              </a:rPr>
              <a:t>⚡ Fast Prediction</a:t>
            </a:r>
          </a:p>
          <a:p>
            <a:r>
              <a:rPr lang="en-IN" sz="2000" dirty="0">
                <a:solidFill>
                  <a:schemeClr val="bg1">
                    <a:lumMod val="50000"/>
                  </a:schemeClr>
                </a:solidFill>
              </a:rPr>
              <a:t>Generate results within a few seconds.</a:t>
            </a:r>
          </a:p>
        </p:txBody>
      </p:sp>
      <p:sp>
        <p:nvSpPr>
          <p:cNvPr id="5" name="TextBox 4">
            <a:extLst>
              <a:ext uri="{FF2B5EF4-FFF2-40B4-BE49-F238E27FC236}">
                <a16:creationId xmlns:a16="http://schemas.microsoft.com/office/drawing/2014/main" id="{4B057851-93C3-ABE7-EAC0-CE60ECC1490E}"/>
              </a:ext>
            </a:extLst>
          </p:cNvPr>
          <p:cNvSpPr txBox="1"/>
          <p:nvPr/>
        </p:nvSpPr>
        <p:spPr>
          <a:xfrm>
            <a:off x="4957011" y="1930400"/>
            <a:ext cx="3994484" cy="2862322"/>
          </a:xfrm>
          <a:prstGeom prst="rect">
            <a:avLst/>
          </a:prstGeom>
          <a:noFill/>
        </p:spPr>
        <p:txBody>
          <a:bodyPr wrap="square" rtlCol="0">
            <a:spAutoFit/>
          </a:bodyPr>
          <a:lstStyle/>
          <a:p>
            <a:r>
              <a:rPr lang="en-US" sz="2000" dirty="0">
                <a:solidFill>
                  <a:schemeClr val="bg1">
                    <a:lumMod val="50000"/>
                  </a:schemeClr>
                </a:solidFill>
              </a:rPr>
              <a:t>📊 Display Confidence Score</a:t>
            </a:r>
          </a:p>
          <a:p>
            <a:r>
              <a:rPr lang="en-US" sz="2000" dirty="0">
                <a:solidFill>
                  <a:schemeClr val="bg1">
                    <a:lumMod val="50000"/>
                  </a:schemeClr>
                </a:solidFill>
              </a:rPr>
              <a:t>Show the prediction confidence.</a:t>
            </a:r>
          </a:p>
          <a:p>
            <a:endParaRPr lang="en-US" sz="2000" dirty="0">
              <a:solidFill>
                <a:schemeClr val="bg1">
                  <a:lumMod val="50000"/>
                </a:schemeClr>
              </a:solidFill>
            </a:endParaRPr>
          </a:p>
          <a:p>
            <a:r>
              <a:rPr lang="en-US" sz="2000" dirty="0">
                <a:solidFill>
                  <a:schemeClr val="bg1">
                    <a:lumMod val="50000"/>
                  </a:schemeClr>
                </a:solidFill>
              </a:rPr>
              <a:t>📝 Save Prediction History</a:t>
            </a:r>
          </a:p>
          <a:p>
            <a:r>
              <a:rPr lang="en-US" sz="2000" dirty="0">
                <a:solidFill>
                  <a:schemeClr val="bg1">
                    <a:lumMod val="50000"/>
                  </a:schemeClr>
                </a:solidFill>
              </a:rPr>
              <a:t>Store recent prediction results.</a:t>
            </a:r>
          </a:p>
          <a:p>
            <a:endParaRPr lang="en-US" sz="2000" dirty="0">
              <a:solidFill>
                <a:schemeClr val="bg1">
                  <a:lumMod val="50000"/>
                </a:schemeClr>
              </a:solidFill>
            </a:endParaRPr>
          </a:p>
          <a:p>
            <a:r>
              <a:rPr lang="en-US" sz="2000" dirty="0">
                <a:solidFill>
                  <a:schemeClr val="bg1">
                    <a:lumMod val="50000"/>
                  </a:schemeClr>
                </a:solidFill>
              </a:rPr>
              <a:t>💻 Simple User Interface</a:t>
            </a:r>
          </a:p>
          <a:p>
            <a:r>
              <a:rPr lang="en-US" sz="2000" dirty="0">
                <a:solidFill>
                  <a:schemeClr val="bg1">
                    <a:lumMod val="50000"/>
                  </a:schemeClr>
                </a:solidFill>
              </a:rPr>
              <a:t>Provide an easy and user-friendly interface.</a:t>
            </a:r>
            <a:endParaRPr lang="en-IN" sz="2000" dirty="0">
              <a:solidFill>
                <a:schemeClr val="bg1">
                  <a:lumMod val="50000"/>
                </a:schemeClr>
              </a:solidFill>
            </a:endParaRPr>
          </a:p>
        </p:txBody>
      </p:sp>
    </p:spTree>
    <p:extLst>
      <p:ext uri="{BB962C8B-B14F-4D97-AF65-F5344CB8AC3E}">
        <p14:creationId xmlns:p14="http://schemas.microsoft.com/office/powerpoint/2010/main" val="273112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ABD06-DCCA-4E28-346F-6E56685266EA}"/>
              </a:ext>
            </a:extLst>
          </p:cNvPr>
          <p:cNvSpPr>
            <a:spLocks noGrp="1"/>
          </p:cNvSpPr>
          <p:nvPr>
            <p:ph type="title"/>
          </p:nvPr>
        </p:nvSpPr>
        <p:spPr>
          <a:xfrm>
            <a:off x="677334" y="609600"/>
            <a:ext cx="8596668" cy="866274"/>
          </a:xfrm>
        </p:spPr>
        <p:txBody>
          <a:bodyPr/>
          <a:lstStyle/>
          <a:p>
            <a:r>
              <a:rPr lang="en-US" b="1" u="sng" dirty="0"/>
              <a:t>Technologies Used</a:t>
            </a:r>
            <a:endParaRPr lang="en-IN" b="1" u="sng" dirty="0"/>
          </a:p>
        </p:txBody>
      </p:sp>
      <p:sp>
        <p:nvSpPr>
          <p:cNvPr id="3" name="Rectangle 2">
            <a:extLst>
              <a:ext uri="{FF2B5EF4-FFF2-40B4-BE49-F238E27FC236}">
                <a16:creationId xmlns:a16="http://schemas.microsoft.com/office/drawing/2014/main" id="{D2EA3CB2-D89F-C107-C7CA-CE572D40272F}"/>
              </a:ext>
            </a:extLst>
          </p:cNvPr>
          <p:cNvSpPr/>
          <p:nvPr/>
        </p:nvSpPr>
        <p:spPr>
          <a:xfrm>
            <a:off x="677334" y="1796716"/>
            <a:ext cx="2097950" cy="1235242"/>
          </a:xfrm>
          <a:prstGeom prst="rect">
            <a:avLst/>
          </a:prstGeom>
          <a:solidFill>
            <a:schemeClr val="bg1"/>
          </a:solidFill>
          <a:ln w="28575">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b="1" dirty="0">
                <a:solidFill>
                  <a:schemeClr val="tx1"/>
                </a:solidFill>
              </a:rPr>
              <a:t>Python</a:t>
            </a:r>
            <a:endParaRPr lang="en-IN" sz="1100" dirty="0">
              <a:solidFill>
                <a:schemeClr val="tx1"/>
              </a:solidFill>
            </a:endParaRPr>
          </a:p>
          <a:p>
            <a:r>
              <a:rPr lang="en-IN" sz="1100" i="1" dirty="0">
                <a:solidFill>
                  <a:schemeClr val="tx1"/>
                </a:solidFill>
              </a:rPr>
              <a:t>Programming Language</a:t>
            </a:r>
            <a:endParaRPr lang="en-IN" sz="1100" dirty="0">
              <a:solidFill>
                <a:schemeClr val="tx1"/>
              </a:solidFill>
            </a:endParaRPr>
          </a:p>
          <a:p>
            <a:r>
              <a:rPr lang="en-IN" sz="1100" dirty="0">
                <a:solidFill>
                  <a:schemeClr val="tx1"/>
                </a:solidFill>
              </a:rPr>
              <a:t>Used to develop the complete Machine Learning application.</a:t>
            </a:r>
          </a:p>
          <a:p>
            <a:pPr algn="ctr"/>
            <a:endParaRPr lang="en-IN" sz="1100" dirty="0">
              <a:solidFill>
                <a:schemeClr val="tx1"/>
              </a:solidFill>
            </a:endParaRPr>
          </a:p>
        </p:txBody>
      </p:sp>
      <p:sp>
        <p:nvSpPr>
          <p:cNvPr id="5" name="Rectangle 4">
            <a:extLst>
              <a:ext uri="{FF2B5EF4-FFF2-40B4-BE49-F238E27FC236}">
                <a16:creationId xmlns:a16="http://schemas.microsoft.com/office/drawing/2014/main" id="{EA2B1733-FA49-1C9F-3821-6B57A09BC312}"/>
              </a:ext>
            </a:extLst>
          </p:cNvPr>
          <p:cNvSpPr/>
          <p:nvPr/>
        </p:nvSpPr>
        <p:spPr>
          <a:xfrm>
            <a:off x="3268134" y="1796716"/>
            <a:ext cx="2097950" cy="1235242"/>
          </a:xfrm>
          <a:prstGeom prst="rect">
            <a:avLst/>
          </a:prstGeom>
          <a:solidFill>
            <a:schemeClr val="bg1"/>
          </a:solidFill>
          <a:ln w="28575">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b="1" dirty="0">
                <a:solidFill>
                  <a:schemeClr val="tx1"/>
                </a:solidFill>
              </a:rPr>
              <a:t>Flask</a:t>
            </a:r>
            <a:endParaRPr lang="en-IN" sz="1100" dirty="0">
              <a:solidFill>
                <a:schemeClr val="tx1"/>
              </a:solidFill>
            </a:endParaRPr>
          </a:p>
          <a:p>
            <a:r>
              <a:rPr lang="en-IN" sz="1100" i="1" dirty="0">
                <a:solidFill>
                  <a:schemeClr val="tx1"/>
                </a:solidFill>
              </a:rPr>
              <a:t>Web Framework</a:t>
            </a:r>
            <a:endParaRPr lang="en-IN" sz="1100" dirty="0">
              <a:solidFill>
                <a:schemeClr val="tx1"/>
              </a:solidFill>
            </a:endParaRPr>
          </a:p>
          <a:p>
            <a:r>
              <a:rPr lang="en-IN" sz="1100" dirty="0">
                <a:solidFill>
                  <a:schemeClr val="tx1"/>
                </a:solidFill>
              </a:rPr>
              <a:t>Used to build the backend and connect the model with the website.</a:t>
            </a:r>
          </a:p>
          <a:p>
            <a:pPr algn="ctr"/>
            <a:endParaRPr lang="en-IN" sz="1100" dirty="0">
              <a:solidFill>
                <a:schemeClr val="tx1"/>
              </a:solidFill>
            </a:endParaRPr>
          </a:p>
        </p:txBody>
      </p:sp>
      <p:sp>
        <p:nvSpPr>
          <p:cNvPr id="7" name="Rectangle 6">
            <a:extLst>
              <a:ext uri="{FF2B5EF4-FFF2-40B4-BE49-F238E27FC236}">
                <a16:creationId xmlns:a16="http://schemas.microsoft.com/office/drawing/2014/main" id="{8CDB632D-9DD0-62F6-F695-B46DCCC599B3}"/>
              </a:ext>
            </a:extLst>
          </p:cNvPr>
          <p:cNvSpPr/>
          <p:nvPr/>
        </p:nvSpPr>
        <p:spPr>
          <a:xfrm>
            <a:off x="677334" y="3429000"/>
            <a:ext cx="2097950" cy="1235242"/>
          </a:xfrm>
          <a:prstGeom prst="rect">
            <a:avLst/>
          </a:prstGeom>
          <a:solidFill>
            <a:schemeClr val="bg1"/>
          </a:solidFill>
          <a:ln w="28575">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b="1" dirty="0">
                <a:solidFill>
                  <a:schemeClr val="tx1"/>
                </a:solidFill>
              </a:rPr>
              <a:t>Pandas</a:t>
            </a:r>
            <a:endParaRPr lang="en-IN" sz="1100" dirty="0">
              <a:solidFill>
                <a:schemeClr val="tx1"/>
              </a:solidFill>
            </a:endParaRPr>
          </a:p>
          <a:p>
            <a:r>
              <a:rPr lang="en-IN" sz="1100" i="1" dirty="0">
                <a:solidFill>
                  <a:schemeClr val="tx1"/>
                </a:solidFill>
              </a:rPr>
              <a:t>Data Processing</a:t>
            </a:r>
            <a:endParaRPr lang="en-IN" sz="1100" dirty="0">
              <a:solidFill>
                <a:schemeClr val="tx1"/>
              </a:solidFill>
            </a:endParaRPr>
          </a:p>
          <a:p>
            <a:r>
              <a:rPr lang="en-IN" sz="1100" dirty="0">
                <a:solidFill>
                  <a:schemeClr val="tx1"/>
                </a:solidFill>
              </a:rPr>
              <a:t>Used to load, clean and manage the SMS dataset.</a:t>
            </a:r>
          </a:p>
          <a:p>
            <a:pPr algn="ctr"/>
            <a:endParaRPr lang="en-IN" sz="1100" dirty="0">
              <a:solidFill>
                <a:schemeClr val="tx1"/>
              </a:solidFill>
            </a:endParaRPr>
          </a:p>
        </p:txBody>
      </p:sp>
      <p:sp>
        <p:nvSpPr>
          <p:cNvPr id="9" name="Rectangle 8">
            <a:extLst>
              <a:ext uri="{FF2B5EF4-FFF2-40B4-BE49-F238E27FC236}">
                <a16:creationId xmlns:a16="http://schemas.microsoft.com/office/drawing/2014/main" id="{BEECC288-1CBA-58F7-9E05-62370EA856D4}"/>
              </a:ext>
            </a:extLst>
          </p:cNvPr>
          <p:cNvSpPr/>
          <p:nvPr/>
        </p:nvSpPr>
        <p:spPr>
          <a:xfrm>
            <a:off x="3268134" y="3420978"/>
            <a:ext cx="2097950" cy="1235242"/>
          </a:xfrm>
          <a:prstGeom prst="rect">
            <a:avLst/>
          </a:prstGeom>
          <a:solidFill>
            <a:schemeClr val="bg1"/>
          </a:solidFill>
          <a:ln w="28575">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b="1" dirty="0">
                <a:solidFill>
                  <a:schemeClr val="tx1"/>
                </a:solidFill>
              </a:rPr>
              <a:t>HTML</a:t>
            </a:r>
            <a:endParaRPr lang="en-IN" sz="1100" dirty="0">
              <a:solidFill>
                <a:schemeClr val="tx1"/>
              </a:solidFill>
            </a:endParaRPr>
          </a:p>
          <a:p>
            <a:r>
              <a:rPr lang="en-IN" sz="1100" i="1" dirty="0">
                <a:solidFill>
                  <a:schemeClr val="tx1"/>
                </a:solidFill>
              </a:rPr>
              <a:t>Frontend Structure</a:t>
            </a:r>
            <a:endParaRPr lang="en-IN" sz="1100" dirty="0">
              <a:solidFill>
                <a:schemeClr val="tx1"/>
              </a:solidFill>
            </a:endParaRPr>
          </a:p>
          <a:p>
            <a:r>
              <a:rPr lang="en-IN" sz="1100" dirty="0">
                <a:solidFill>
                  <a:schemeClr val="tx1"/>
                </a:solidFill>
              </a:rPr>
              <a:t>Used to create the structure of the web pages.</a:t>
            </a:r>
          </a:p>
          <a:p>
            <a:pPr algn="ctr"/>
            <a:endParaRPr lang="en-IN" sz="1100" dirty="0">
              <a:solidFill>
                <a:schemeClr val="tx1"/>
              </a:solidFill>
            </a:endParaRPr>
          </a:p>
        </p:txBody>
      </p:sp>
      <p:sp>
        <p:nvSpPr>
          <p:cNvPr id="11" name="Rectangle 10">
            <a:extLst>
              <a:ext uri="{FF2B5EF4-FFF2-40B4-BE49-F238E27FC236}">
                <a16:creationId xmlns:a16="http://schemas.microsoft.com/office/drawing/2014/main" id="{CF2CD903-CF6C-8C0C-BC2F-2D1A564FCD2A}"/>
              </a:ext>
            </a:extLst>
          </p:cNvPr>
          <p:cNvSpPr/>
          <p:nvPr/>
        </p:nvSpPr>
        <p:spPr>
          <a:xfrm>
            <a:off x="5858934" y="3469105"/>
            <a:ext cx="2097950" cy="1235242"/>
          </a:xfrm>
          <a:prstGeom prst="rect">
            <a:avLst/>
          </a:prstGeom>
          <a:solidFill>
            <a:schemeClr val="bg1"/>
          </a:solidFill>
          <a:ln w="28575">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b="1" dirty="0">
                <a:solidFill>
                  <a:schemeClr val="tx1"/>
                </a:solidFill>
              </a:rPr>
              <a:t>CSS</a:t>
            </a:r>
            <a:endParaRPr lang="en-IN" sz="1100" dirty="0">
              <a:solidFill>
                <a:schemeClr val="tx1"/>
              </a:solidFill>
            </a:endParaRPr>
          </a:p>
          <a:p>
            <a:r>
              <a:rPr lang="en-IN" sz="1100" i="1" dirty="0">
                <a:solidFill>
                  <a:schemeClr val="tx1"/>
                </a:solidFill>
              </a:rPr>
              <a:t>User Interface Design</a:t>
            </a:r>
            <a:endParaRPr lang="en-IN" sz="1100" dirty="0">
              <a:solidFill>
                <a:schemeClr val="tx1"/>
              </a:solidFill>
            </a:endParaRPr>
          </a:p>
          <a:p>
            <a:r>
              <a:rPr lang="en-IN" sz="1100" dirty="0">
                <a:solidFill>
                  <a:schemeClr val="tx1"/>
                </a:solidFill>
              </a:rPr>
              <a:t>Used to design and style the website.</a:t>
            </a:r>
          </a:p>
          <a:p>
            <a:pPr algn="ctr"/>
            <a:endParaRPr lang="en-IN" sz="1100" dirty="0">
              <a:solidFill>
                <a:schemeClr val="tx1"/>
              </a:solidFill>
            </a:endParaRPr>
          </a:p>
        </p:txBody>
      </p:sp>
      <p:sp>
        <p:nvSpPr>
          <p:cNvPr id="13" name="Rectangle 12">
            <a:extLst>
              <a:ext uri="{FF2B5EF4-FFF2-40B4-BE49-F238E27FC236}">
                <a16:creationId xmlns:a16="http://schemas.microsoft.com/office/drawing/2014/main" id="{1D57561D-A657-409F-2420-0CF7D5B2E929}"/>
              </a:ext>
            </a:extLst>
          </p:cNvPr>
          <p:cNvSpPr/>
          <p:nvPr/>
        </p:nvSpPr>
        <p:spPr>
          <a:xfrm>
            <a:off x="5858934" y="1796716"/>
            <a:ext cx="2097950" cy="1235242"/>
          </a:xfrm>
          <a:prstGeom prst="rect">
            <a:avLst/>
          </a:prstGeom>
          <a:solidFill>
            <a:schemeClr val="bg1"/>
          </a:solidFill>
          <a:ln w="28575">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b="1" dirty="0">
                <a:solidFill>
                  <a:schemeClr val="tx1"/>
                </a:solidFill>
              </a:rPr>
              <a:t>Scikit-learn</a:t>
            </a:r>
            <a:endParaRPr lang="en-IN" sz="1100" dirty="0">
              <a:solidFill>
                <a:schemeClr val="tx1"/>
              </a:solidFill>
            </a:endParaRPr>
          </a:p>
          <a:p>
            <a:r>
              <a:rPr lang="en-IN" sz="1100" i="1" dirty="0">
                <a:solidFill>
                  <a:schemeClr val="tx1"/>
                </a:solidFill>
              </a:rPr>
              <a:t>Machine Learning Library</a:t>
            </a:r>
            <a:endParaRPr lang="en-IN" sz="1100" dirty="0">
              <a:solidFill>
                <a:schemeClr val="tx1"/>
              </a:solidFill>
            </a:endParaRPr>
          </a:p>
          <a:p>
            <a:r>
              <a:rPr lang="en-IN" sz="1100" dirty="0">
                <a:solidFill>
                  <a:schemeClr val="tx1"/>
                </a:solidFill>
              </a:rPr>
              <a:t>Used to train and test the Naive Bayes model.</a:t>
            </a:r>
          </a:p>
          <a:p>
            <a:pPr algn="ctr"/>
            <a:endParaRPr lang="en-IN" sz="1100" dirty="0">
              <a:solidFill>
                <a:schemeClr val="tx1"/>
              </a:solidFill>
            </a:endParaRPr>
          </a:p>
        </p:txBody>
      </p:sp>
      <p:sp>
        <p:nvSpPr>
          <p:cNvPr id="15" name="Rectangle 14">
            <a:extLst>
              <a:ext uri="{FF2B5EF4-FFF2-40B4-BE49-F238E27FC236}">
                <a16:creationId xmlns:a16="http://schemas.microsoft.com/office/drawing/2014/main" id="{A82C80AD-2E6E-2BA0-862F-DB7C2A99B9F0}"/>
              </a:ext>
            </a:extLst>
          </p:cNvPr>
          <p:cNvSpPr/>
          <p:nvPr/>
        </p:nvSpPr>
        <p:spPr>
          <a:xfrm>
            <a:off x="2983832" y="5045240"/>
            <a:ext cx="2550694" cy="1459834"/>
          </a:xfrm>
          <a:prstGeom prst="rect">
            <a:avLst/>
          </a:prstGeom>
          <a:solidFill>
            <a:schemeClr val="bg1"/>
          </a:solidFill>
          <a:ln w="28575">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100" b="1" dirty="0">
                <a:solidFill>
                  <a:schemeClr val="tx1"/>
                </a:solidFill>
              </a:rPr>
              <a:t>Naive Bayes</a:t>
            </a:r>
            <a:endParaRPr lang="en-IN" sz="1100" dirty="0">
              <a:solidFill>
                <a:schemeClr val="tx1"/>
              </a:solidFill>
            </a:endParaRPr>
          </a:p>
          <a:p>
            <a:r>
              <a:rPr lang="en-IN" sz="1100" i="1" dirty="0">
                <a:solidFill>
                  <a:schemeClr val="tx1"/>
                </a:solidFill>
              </a:rPr>
              <a:t>Classification Algorithm</a:t>
            </a:r>
            <a:endParaRPr lang="en-IN" sz="1100" dirty="0">
              <a:solidFill>
                <a:schemeClr val="tx1"/>
              </a:solidFill>
            </a:endParaRPr>
          </a:p>
          <a:p>
            <a:r>
              <a:rPr lang="en-IN" sz="1100" dirty="0">
                <a:solidFill>
                  <a:schemeClr val="tx1"/>
                </a:solidFill>
              </a:rPr>
              <a:t>Used to classify SMS messages as Spam or Not Spam.</a:t>
            </a:r>
          </a:p>
          <a:p>
            <a:pPr algn="ctr"/>
            <a:endParaRPr lang="en-IN" sz="1100" dirty="0">
              <a:solidFill>
                <a:schemeClr val="tx1"/>
              </a:solidFill>
            </a:endParaRPr>
          </a:p>
        </p:txBody>
      </p:sp>
    </p:spTree>
    <p:extLst>
      <p:ext uri="{BB962C8B-B14F-4D97-AF65-F5344CB8AC3E}">
        <p14:creationId xmlns:p14="http://schemas.microsoft.com/office/powerpoint/2010/main" val="265038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A704F-12F2-A6CD-5023-58CE2BF6B8B1}"/>
              </a:ext>
            </a:extLst>
          </p:cNvPr>
          <p:cNvSpPr>
            <a:spLocks noGrp="1"/>
          </p:cNvSpPr>
          <p:nvPr>
            <p:ph type="title"/>
          </p:nvPr>
        </p:nvSpPr>
        <p:spPr>
          <a:xfrm>
            <a:off x="677334" y="609600"/>
            <a:ext cx="8596668" cy="697992"/>
          </a:xfrm>
        </p:spPr>
        <p:txBody>
          <a:bodyPr/>
          <a:lstStyle/>
          <a:p>
            <a:r>
              <a:rPr lang="en-US" b="1" u="sng" dirty="0"/>
              <a:t>Project Workflow</a:t>
            </a:r>
            <a:endParaRPr lang="en-IN" b="1" u="sng" dirty="0"/>
          </a:p>
        </p:txBody>
      </p:sp>
      <p:sp>
        <p:nvSpPr>
          <p:cNvPr id="16" name="Flowchart: Connector 15">
            <a:extLst>
              <a:ext uri="{FF2B5EF4-FFF2-40B4-BE49-F238E27FC236}">
                <a16:creationId xmlns:a16="http://schemas.microsoft.com/office/drawing/2014/main" id="{A5AF5955-5748-92A7-F8B8-D010C8A67C43}"/>
              </a:ext>
            </a:extLst>
          </p:cNvPr>
          <p:cNvSpPr/>
          <p:nvPr/>
        </p:nvSpPr>
        <p:spPr>
          <a:xfrm>
            <a:off x="231172" y="2488609"/>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Flowchart: Connector 16">
            <a:extLst>
              <a:ext uri="{FF2B5EF4-FFF2-40B4-BE49-F238E27FC236}">
                <a16:creationId xmlns:a16="http://schemas.microsoft.com/office/drawing/2014/main" id="{197ABBD3-9E0A-A1D2-D3BB-3749FDF84062}"/>
              </a:ext>
            </a:extLst>
          </p:cNvPr>
          <p:cNvSpPr/>
          <p:nvPr/>
        </p:nvSpPr>
        <p:spPr>
          <a:xfrm>
            <a:off x="1604209" y="2488611"/>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8" name="Flowchart: Connector 17">
            <a:extLst>
              <a:ext uri="{FF2B5EF4-FFF2-40B4-BE49-F238E27FC236}">
                <a16:creationId xmlns:a16="http://schemas.microsoft.com/office/drawing/2014/main" id="{81C86C52-33DE-F690-D883-3A48929B1BD6}"/>
              </a:ext>
            </a:extLst>
          </p:cNvPr>
          <p:cNvSpPr/>
          <p:nvPr/>
        </p:nvSpPr>
        <p:spPr>
          <a:xfrm>
            <a:off x="2975326" y="2488609"/>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9" name="Flowchart: Connector 18">
            <a:extLst>
              <a:ext uri="{FF2B5EF4-FFF2-40B4-BE49-F238E27FC236}">
                <a16:creationId xmlns:a16="http://schemas.microsoft.com/office/drawing/2014/main" id="{05BB798A-C394-19A5-61CC-02EB88CAB3E5}"/>
              </a:ext>
            </a:extLst>
          </p:cNvPr>
          <p:cNvSpPr/>
          <p:nvPr/>
        </p:nvSpPr>
        <p:spPr>
          <a:xfrm>
            <a:off x="8423127" y="2477292"/>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0" name="Flowchart: Connector 19">
            <a:extLst>
              <a:ext uri="{FF2B5EF4-FFF2-40B4-BE49-F238E27FC236}">
                <a16:creationId xmlns:a16="http://schemas.microsoft.com/office/drawing/2014/main" id="{77CCD7AB-8043-3CD1-2BC2-4C12DB48A1FB}"/>
              </a:ext>
            </a:extLst>
          </p:cNvPr>
          <p:cNvSpPr/>
          <p:nvPr/>
        </p:nvSpPr>
        <p:spPr>
          <a:xfrm>
            <a:off x="7089957" y="2488611"/>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1" name="Flowchart: Connector 20">
            <a:extLst>
              <a:ext uri="{FF2B5EF4-FFF2-40B4-BE49-F238E27FC236}">
                <a16:creationId xmlns:a16="http://schemas.microsoft.com/office/drawing/2014/main" id="{12F69F65-7633-BDCF-7F93-BAE95DD5B570}"/>
              </a:ext>
            </a:extLst>
          </p:cNvPr>
          <p:cNvSpPr/>
          <p:nvPr/>
        </p:nvSpPr>
        <p:spPr>
          <a:xfrm>
            <a:off x="4348363" y="2488610"/>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2" name="Flowchart: Connector 21">
            <a:extLst>
              <a:ext uri="{FF2B5EF4-FFF2-40B4-BE49-F238E27FC236}">
                <a16:creationId xmlns:a16="http://schemas.microsoft.com/office/drawing/2014/main" id="{A326B754-BAB9-2D4C-B111-6EC57A93507C}"/>
              </a:ext>
            </a:extLst>
          </p:cNvPr>
          <p:cNvSpPr/>
          <p:nvPr/>
        </p:nvSpPr>
        <p:spPr>
          <a:xfrm>
            <a:off x="5719480" y="2488611"/>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Flowchart: Connector 22">
            <a:extLst>
              <a:ext uri="{FF2B5EF4-FFF2-40B4-BE49-F238E27FC236}">
                <a16:creationId xmlns:a16="http://schemas.microsoft.com/office/drawing/2014/main" id="{45D5BBD9-CB0E-A163-2FB8-DF7C57EA8778}"/>
              </a:ext>
            </a:extLst>
          </p:cNvPr>
          <p:cNvSpPr/>
          <p:nvPr/>
        </p:nvSpPr>
        <p:spPr>
          <a:xfrm>
            <a:off x="231172" y="2488607"/>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4" name="Flowchart: Connector 23">
            <a:extLst>
              <a:ext uri="{FF2B5EF4-FFF2-40B4-BE49-F238E27FC236}">
                <a16:creationId xmlns:a16="http://schemas.microsoft.com/office/drawing/2014/main" id="{D79453E0-3E1E-3287-CD22-B4F07026A190}"/>
              </a:ext>
            </a:extLst>
          </p:cNvPr>
          <p:cNvSpPr/>
          <p:nvPr/>
        </p:nvSpPr>
        <p:spPr>
          <a:xfrm>
            <a:off x="1602929" y="2496459"/>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5" name="Flowchart: Connector 24">
            <a:extLst>
              <a:ext uri="{FF2B5EF4-FFF2-40B4-BE49-F238E27FC236}">
                <a16:creationId xmlns:a16="http://schemas.microsoft.com/office/drawing/2014/main" id="{E81ABF71-E280-F02D-0B11-D7E727AA945E}"/>
              </a:ext>
            </a:extLst>
          </p:cNvPr>
          <p:cNvSpPr/>
          <p:nvPr/>
        </p:nvSpPr>
        <p:spPr>
          <a:xfrm>
            <a:off x="2974686" y="2488607"/>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4400" dirty="0">
                <a:solidFill>
                  <a:schemeClr val="tx1"/>
                </a:solidFill>
              </a:rPr>
              <a:t>🧹</a:t>
            </a:r>
          </a:p>
        </p:txBody>
      </p:sp>
      <p:sp>
        <p:nvSpPr>
          <p:cNvPr id="26" name="Flowchart: Connector 25">
            <a:extLst>
              <a:ext uri="{FF2B5EF4-FFF2-40B4-BE49-F238E27FC236}">
                <a16:creationId xmlns:a16="http://schemas.microsoft.com/office/drawing/2014/main" id="{49332A03-1C5B-2F3D-3C94-90A9E9C260C0}"/>
              </a:ext>
            </a:extLst>
          </p:cNvPr>
          <p:cNvSpPr/>
          <p:nvPr/>
        </p:nvSpPr>
        <p:spPr>
          <a:xfrm>
            <a:off x="4346443" y="2488608"/>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7" name="Flowchart: Connector 26">
            <a:extLst>
              <a:ext uri="{FF2B5EF4-FFF2-40B4-BE49-F238E27FC236}">
                <a16:creationId xmlns:a16="http://schemas.microsoft.com/office/drawing/2014/main" id="{DE0A732E-80C2-3C7A-0937-476E616DB44C}"/>
              </a:ext>
            </a:extLst>
          </p:cNvPr>
          <p:cNvSpPr/>
          <p:nvPr/>
        </p:nvSpPr>
        <p:spPr>
          <a:xfrm>
            <a:off x="5718200" y="2488609"/>
            <a:ext cx="1074821" cy="1074821"/>
          </a:xfrm>
          <a:prstGeom prst="flowChartConnector">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8" name="Flowchart: Connector 27">
            <a:extLst>
              <a:ext uri="{FF2B5EF4-FFF2-40B4-BE49-F238E27FC236}">
                <a16:creationId xmlns:a16="http://schemas.microsoft.com/office/drawing/2014/main" id="{248FCD3C-5DFB-85EB-97B1-0D33E418308B}"/>
              </a:ext>
            </a:extLst>
          </p:cNvPr>
          <p:cNvSpPr/>
          <p:nvPr/>
        </p:nvSpPr>
        <p:spPr>
          <a:xfrm>
            <a:off x="543992" y="1989218"/>
            <a:ext cx="449179" cy="38501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29" name="Flowchart: Connector 28">
            <a:extLst>
              <a:ext uri="{FF2B5EF4-FFF2-40B4-BE49-F238E27FC236}">
                <a16:creationId xmlns:a16="http://schemas.microsoft.com/office/drawing/2014/main" id="{74C5375C-0529-B09E-EEED-36C0E8197CBA}"/>
              </a:ext>
            </a:extLst>
          </p:cNvPr>
          <p:cNvSpPr/>
          <p:nvPr/>
        </p:nvSpPr>
        <p:spPr>
          <a:xfrm>
            <a:off x="1915749" y="1989218"/>
            <a:ext cx="449179" cy="38501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30" name="Flowchart: Connector 29">
            <a:extLst>
              <a:ext uri="{FF2B5EF4-FFF2-40B4-BE49-F238E27FC236}">
                <a16:creationId xmlns:a16="http://schemas.microsoft.com/office/drawing/2014/main" id="{387DE109-0F65-B4F0-75FF-56C2BF4662AB}"/>
              </a:ext>
            </a:extLst>
          </p:cNvPr>
          <p:cNvSpPr/>
          <p:nvPr/>
        </p:nvSpPr>
        <p:spPr>
          <a:xfrm>
            <a:off x="3287506" y="1989219"/>
            <a:ext cx="449179" cy="38501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31" name="Flowchart: Connector 30">
            <a:extLst>
              <a:ext uri="{FF2B5EF4-FFF2-40B4-BE49-F238E27FC236}">
                <a16:creationId xmlns:a16="http://schemas.microsoft.com/office/drawing/2014/main" id="{4513B87F-AFB7-9E22-7108-2B3055150592}"/>
              </a:ext>
            </a:extLst>
          </p:cNvPr>
          <p:cNvSpPr/>
          <p:nvPr/>
        </p:nvSpPr>
        <p:spPr>
          <a:xfrm>
            <a:off x="4659263" y="1989219"/>
            <a:ext cx="449179" cy="38501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sp>
        <p:nvSpPr>
          <p:cNvPr id="32" name="Flowchart: Connector 31">
            <a:extLst>
              <a:ext uri="{FF2B5EF4-FFF2-40B4-BE49-F238E27FC236}">
                <a16:creationId xmlns:a16="http://schemas.microsoft.com/office/drawing/2014/main" id="{AB29E9BD-2773-2B39-49FE-B20DAB4DAB11}"/>
              </a:ext>
            </a:extLst>
          </p:cNvPr>
          <p:cNvSpPr/>
          <p:nvPr/>
        </p:nvSpPr>
        <p:spPr>
          <a:xfrm>
            <a:off x="6031020" y="1989219"/>
            <a:ext cx="449179" cy="38501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33" name="Flowchart: Connector 32">
            <a:extLst>
              <a:ext uri="{FF2B5EF4-FFF2-40B4-BE49-F238E27FC236}">
                <a16:creationId xmlns:a16="http://schemas.microsoft.com/office/drawing/2014/main" id="{9A408FB2-0551-B0C0-5CFA-ACE2E1C6EB2D}"/>
              </a:ext>
            </a:extLst>
          </p:cNvPr>
          <p:cNvSpPr/>
          <p:nvPr/>
        </p:nvSpPr>
        <p:spPr>
          <a:xfrm>
            <a:off x="7402777" y="1989219"/>
            <a:ext cx="449179" cy="38501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34" name="Flowchart: Connector 33">
            <a:extLst>
              <a:ext uri="{FF2B5EF4-FFF2-40B4-BE49-F238E27FC236}">
                <a16:creationId xmlns:a16="http://schemas.microsoft.com/office/drawing/2014/main" id="{373AF1FB-4A28-92CD-9C8A-C359B2878275}"/>
              </a:ext>
            </a:extLst>
          </p:cNvPr>
          <p:cNvSpPr/>
          <p:nvPr/>
        </p:nvSpPr>
        <p:spPr>
          <a:xfrm>
            <a:off x="8774534" y="1989220"/>
            <a:ext cx="449179" cy="38501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endParaRPr lang="en-IN" dirty="0"/>
          </a:p>
        </p:txBody>
      </p:sp>
      <p:pic>
        <p:nvPicPr>
          <p:cNvPr id="36" name="Graphic 35" descr="User with solid fill">
            <a:extLst>
              <a:ext uri="{FF2B5EF4-FFF2-40B4-BE49-F238E27FC236}">
                <a16:creationId xmlns:a16="http://schemas.microsoft.com/office/drawing/2014/main" id="{670BCC4E-92E0-38FE-8FA0-1BE3705F2D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4478" y="2745036"/>
            <a:ext cx="621637" cy="621637"/>
          </a:xfrm>
          <a:prstGeom prst="rect">
            <a:avLst/>
          </a:prstGeom>
        </p:spPr>
      </p:pic>
      <p:pic>
        <p:nvPicPr>
          <p:cNvPr id="40" name="Graphic 39" descr="Chat bubble with solid fill">
            <a:extLst>
              <a:ext uri="{FF2B5EF4-FFF2-40B4-BE49-F238E27FC236}">
                <a16:creationId xmlns:a16="http://schemas.microsoft.com/office/drawing/2014/main" id="{2DCF33D3-40FD-817A-A3D7-F73AE13F2D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1342" y="2706858"/>
            <a:ext cx="697992" cy="697992"/>
          </a:xfrm>
          <a:prstGeom prst="rect">
            <a:avLst/>
          </a:prstGeom>
        </p:spPr>
      </p:pic>
      <p:pic>
        <p:nvPicPr>
          <p:cNvPr id="42" name="Graphic 41" descr="Document with solid fill">
            <a:extLst>
              <a:ext uri="{FF2B5EF4-FFF2-40B4-BE49-F238E27FC236}">
                <a16:creationId xmlns:a16="http://schemas.microsoft.com/office/drawing/2014/main" id="{8615A050-81E7-BF29-AE5D-9FF1CE3ACE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5898" y="2738538"/>
            <a:ext cx="634631" cy="634631"/>
          </a:xfrm>
          <a:prstGeom prst="rect">
            <a:avLst/>
          </a:prstGeom>
        </p:spPr>
      </p:pic>
      <p:pic>
        <p:nvPicPr>
          <p:cNvPr id="44" name="Graphic 43" descr="Brain with solid fill">
            <a:extLst>
              <a:ext uri="{FF2B5EF4-FFF2-40B4-BE49-F238E27FC236}">
                <a16:creationId xmlns:a16="http://schemas.microsoft.com/office/drawing/2014/main" id="{24AA810D-A776-8DAD-C73E-48492C7604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06613" y="2677021"/>
            <a:ext cx="697992" cy="697992"/>
          </a:xfrm>
          <a:prstGeom prst="rect">
            <a:avLst/>
          </a:prstGeom>
        </p:spPr>
      </p:pic>
      <p:pic>
        <p:nvPicPr>
          <p:cNvPr id="46" name="Graphic 45" descr="Bar chart with solid fill">
            <a:extLst>
              <a:ext uri="{FF2B5EF4-FFF2-40B4-BE49-F238E27FC236}">
                <a16:creationId xmlns:a16="http://schemas.microsoft.com/office/drawing/2014/main" id="{5D75C3C2-37DD-A6E4-6177-A6419F385A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66258" y="2677021"/>
            <a:ext cx="697992" cy="697992"/>
          </a:xfrm>
          <a:prstGeom prst="rect">
            <a:avLst/>
          </a:prstGeom>
        </p:spPr>
      </p:pic>
      <p:pic>
        <p:nvPicPr>
          <p:cNvPr id="48" name="Graphic 47" descr="Clipboard with solid fill">
            <a:extLst>
              <a:ext uri="{FF2B5EF4-FFF2-40B4-BE49-F238E27FC236}">
                <a16:creationId xmlns:a16="http://schemas.microsoft.com/office/drawing/2014/main" id="{404B32DE-3979-95FA-A8E9-F427A06B3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50127" y="2677021"/>
            <a:ext cx="697992" cy="697992"/>
          </a:xfrm>
          <a:prstGeom prst="rect">
            <a:avLst/>
          </a:prstGeom>
        </p:spPr>
      </p:pic>
      <p:cxnSp>
        <p:nvCxnSpPr>
          <p:cNvPr id="50" name="Straight Arrow Connector 49">
            <a:extLst>
              <a:ext uri="{FF2B5EF4-FFF2-40B4-BE49-F238E27FC236}">
                <a16:creationId xmlns:a16="http://schemas.microsoft.com/office/drawing/2014/main" id="{98DB2DA3-ACA3-582E-0777-DCCADF8C6647}"/>
              </a:ext>
            </a:extLst>
          </p:cNvPr>
          <p:cNvCxnSpPr>
            <a:stCxn id="23" idx="6"/>
            <a:endCxn id="24" idx="2"/>
          </p:cNvCxnSpPr>
          <p:nvPr/>
        </p:nvCxnSpPr>
        <p:spPr>
          <a:xfrm>
            <a:off x="1305993" y="3026018"/>
            <a:ext cx="296936" cy="7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A089326-A2F1-F44E-25F9-BB4962E8E593}"/>
              </a:ext>
            </a:extLst>
          </p:cNvPr>
          <p:cNvCxnSpPr>
            <a:stCxn id="24" idx="6"/>
            <a:endCxn id="25" idx="2"/>
          </p:cNvCxnSpPr>
          <p:nvPr/>
        </p:nvCxnSpPr>
        <p:spPr>
          <a:xfrm flipV="1">
            <a:off x="2677750" y="3026018"/>
            <a:ext cx="296936" cy="7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D123C9F-858D-95A1-B483-7CDA2D416B70}"/>
              </a:ext>
            </a:extLst>
          </p:cNvPr>
          <p:cNvCxnSpPr>
            <a:stCxn id="25" idx="6"/>
            <a:endCxn id="26" idx="2"/>
          </p:cNvCxnSpPr>
          <p:nvPr/>
        </p:nvCxnSpPr>
        <p:spPr>
          <a:xfrm>
            <a:off x="4049507" y="3026018"/>
            <a:ext cx="29693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A9808E2-D392-99BF-12BF-D20E9DBD3380}"/>
              </a:ext>
            </a:extLst>
          </p:cNvPr>
          <p:cNvCxnSpPr>
            <a:stCxn id="26" idx="6"/>
            <a:endCxn id="27" idx="2"/>
          </p:cNvCxnSpPr>
          <p:nvPr/>
        </p:nvCxnSpPr>
        <p:spPr>
          <a:xfrm>
            <a:off x="5421264" y="3026019"/>
            <a:ext cx="29693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F68D3BC-0215-B46B-07CD-9AA126982379}"/>
              </a:ext>
            </a:extLst>
          </p:cNvPr>
          <p:cNvCxnSpPr>
            <a:stCxn id="27" idx="6"/>
            <a:endCxn id="20" idx="2"/>
          </p:cNvCxnSpPr>
          <p:nvPr/>
        </p:nvCxnSpPr>
        <p:spPr>
          <a:xfrm>
            <a:off x="6793021" y="3026020"/>
            <a:ext cx="296936"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D5A6099-598E-2C20-6E92-96DF56EAD6BC}"/>
              </a:ext>
            </a:extLst>
          </p:cNvPr>
          <p:cNvCxnSpPr>
            <a:cxnSpLocks/>
            <a:stCxn id="20" idx="6"/>
            <a:endCxn id="19" idx="2"/>
          </p:cNvCxnSpPr>
          <p:nvPr/>
        </p:nvCxnSpPr>
        <p:spPr>
          <a:xfrm flipV="1">
            <a:off x="8164778" y="3014703"/>
            <a:ext cx="258349" cy="113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391992BE-5428-23B6-7A82-1C22E5A89BCF}"/>
              </a:ext>
            </a:extLst>
          </p:cNvPr>
          <p:cNvSpPr txBox="1"/>
          <p:nvPr/>
        </p:nvSpPr>
        <p:spPr>
          <a:xfrm>
            <a:off x="1602008" y="3912423"/>
            <a:ext cx="995802" cy="461665"/>
          </a:xfrm>
          <a:prstGeom prst="rect">
            <a:avLst/>
          </a:prstGeom>
          <a:noFill/>
        </p:spPr>
        <p:txBody>
          <a:bodyPr wrap="square" rtlCol="0">
            <a:spAutoFit/>
          </a:bodyPr>
          <a:lstStyle/>
          <a:p>
            <a:r>
              <a:rPr lang="en-US" sz="1200" b="1" dirty="0">
                <a:solidFill>
                  <a:schemeClr val="accent1"/>
                </a:solidFill>
              </a:rPr>
              <a:t>Input Message</a:t>
            </a:r>
            <a:endParaRPr lang="en-IN" sz="1200" b="1" dirty="0">
              <a:solidFill>
                <a:schemeClr val="accent1"/>
              </a:solidFill>
            </a:endParaRPr>
          </a:p>
        </p:txBody>
      </p:sp>
      <p:sp>
        <p:nvSpPr>
          <p:cNvPr id="70" name="TextBox 69">
            <a:extLst>
              <a:ext uri="{FF2B5EF4-FFF2-40B4-BE49-F238E27FC236}">
                <a16:creationId xmlns:a16="http://schemas.microsoft.com/office/drawing/2014/main" id="{61B86AC5-0B84-AAD2-0747-25B0097F67E9}"/>
              </a:ext>
            </a:extLst>
          </p:cNvPr>
          <p:cNvSpPr txBox="1"/>
          <p:nvPr/>
        </p:nvSpPr>
        <p:spPr>
          <a:xfrm>
            <a:off x="3053705" y="3912423"/>
            <a:ext cx="1074821" cy="461665"/>
          </a:xfrm>
          <a:prstGeom prst="rect">
            <a:avLst/>
          </a:prstGeom>
          <a:noFill/>
        </p:spPr>
        <p:txBody>
          <a:bodyPr wrap="square" rtlCol="0">
            <a:spAutoFit/>
          </a:bodyPr>
          <a:lstStyle/>
          <a:p>
            <a:r>
              <a:rPr lang="en-US" sz="1200" b="1" dirty="0">
                <a:solidFill>
                  <a:schemeClr val="accent1"/>
                </a:solidFill>
              </a:rPr>
              <a:t>Text Processing</a:t>
            </a:r>
            <a:endParaRPr lang="en-IN" sz="1200" b="1" dirty="0">
              <a:solidFill>
                <a:schemeClr val="accent1"/>
              </a:solidFill>
            </a:endParaRPr>
          </a:p>
        </p:txBody>
      </p:sp>
      <p:sp>
        <p:nvSpPr>
          <p:cNvPr id="71" name="TextBox 70">
            <a:extLst>
              <a:ext uri="{FF2B5EF4-FFF2-40B4-BE49-F238E27FC236}">
                <a16:creationId xmlns:a16="http://schemas.microsoft.com/office/drawing/2014/main" id="{CB3A9E00-EAD6-15F0-A3EE-622ACEA4B083}"/>
              </a:ext>
            </a:extLst>
          </p:cNvPr>
          <p:cNvSpPr txBox="1"/>
          <p:nvPr/>
        </p:nvSpPr>
        <p:spPr>
          <a:xfrm>
            <a:off x="4432235" y="3910577"/>
            <a:ext cx="1074821" cy="461665"/>
          </a:xfrm>
          <a:prstGeom prst="rect">
            <a:avLst/>
          </a:prstGeom>
          <a:noFill/>
        </p:spPr>
        <p:txBody>
          <a:bodyPr wrap="square" rtlCol="0">
            <a:spAutoFit/>
          </a:bodyPr>
          <a:lstStyle/>
          <a:p>
            <a:r>
              <a:rPr lang="en-US" sz="1200" b="1" dirty="0">
                <a:solidFill>
                  <a:schemeClr val="accent1"/>
                </a:solidFill>
              </a:rPr>
              <a:t>CountVectorizer</a:t>
            </a:r>
            <a:endParaRPr lang="en-IN" sz="1200" b="1" dirty="0">
              <a:solidFill>
                <a:schemeClr val="accent1"/>
              </a:solidFill>
            </a:endParaRPr>
          </a:p>
        </p:txBody>
      </p:sp>
      <p:sp>
        <p:nvSpPr>
          <p:cNvPr id="72" name="TextBox 71">
            <a:extLst>
              <a:ext uri="{FF2B5EF4-FFF2-40B4-BE49-F238E27FC236}">
                <a16:creationId xmlns:a16="http://schemas.microsoft.com/office/drawing/2014/main" id="{7E9E2DA4-F1E4-BA37-0293-4BB237B00FEB}"/>
              </a:ext>
            </a:extLst>
          </p:cNvPr>
          <p:cNvSpPr txBox="1"/>
          <p:nvPr/>
        </p:nvSpPr>
        <p:spPr>
          <a:xfrm>
            <a:off x="5810765" y="3907992"/>
            <a:ext cx="1074821" cy="461665"/>
          </a:xfrm>
          <a:prstGeom prst="rect">
            <a:avLst/>
          </a:prstGeom>
          <a:noFill/>
        </p:spPr>
        <p:txBody>
          <a:bodyPr wrap="square" rtlCol="0">
            <a:spAutoFit/>
          </a:bodyPr>
          <a:lstStyle/>
          <a:p>
            <a:r>
              <a:rPr lang="en-US" sz="1200" b="1" dirty="0">
                <a:solidFill>
                  <a:schemeClr val="accent1"/>
                </a:solidFill>
              </a:rPr>
              <a:t>Naive Bayes Model</a:t>
            </a:r>
            <a:endParaRPr lang="en-IN" sz="1200" b="1" dirty="0">
              <a:solidFill>
                <a:schemeClr val="accent1"/>
              </a:solidFill>
            </a:endParaRPr>
          </a:p>
        </p:txBody>
      </p:sp>
      <p:sp>
        <p:nvSpPr>
          <p:cNvPr id="73" name="TextBox 72">
            <a:extLst>
              <a:ext uri="{FF2B5EF4-FFF2-40B4-BE49-F238E27FC236}">
                <a16:creationId xmlns:a16="http://schemas.microsoft.com/office/drawing/2014/main" id="{6DB764AC-95E0-4C8A-70F1-9A4D5662D7B7}"/>
              </a:ext>
            </a:extLst>
          </p:cNvPr>
          <p:cNvSpPr txBox="1"/>
          <p:nvPr/>
        </p:nvSpPr>
        <p:spPr>
          <a:xfrm>
            <a:off x="7101219" y="3912423"/>
            <a:ext cx="1074821" cy="461665"/>
          </a:xfrm>
          <a:prstGeom prst="rect">
            <a:avLst/>
          </a:prstGeom>
          <a:noFill/>
        </p:spPr>
        <p:txBody>
          <a:bodyPr wrap="square" rtlCol="0">
            <a:spAutoFit/>
          </a:bodyPr>
          <a:lstStyle/>
          <a:p>
            <a:r>
              <a:rPr lang="en-US" sz="1200" b="1" dirty="0">
                <a:solidFill>
                  <a:schemeClr val="accent1"/>
                </a:solidFill>
              </a:rPr>
              <a:t>Prediction Result</a:t>
            </a:r>
            <a:endParaRPr lang="en-IN" sz="1200" b="1" dirty="0">
              <a:solidFill>
                <a:schemeClr val="accent1"/>
              </a:solidFill>
            </a:endParaRPr>
          </a:p>
        </p:txBody>
      </p:sp>
      <p:sp>
        <p:nvSpPr>
          <p:cNvPr id="74" name="TextBox 73">
            <a:extLst>
              <a:ext uri="{FF2B5EF4-FFF2-40B4-BE49-F238E27FC236}">
                <a16:creationId xmlns:a16="http://schemas.microsoft.com/office/drawing/2014/main" id="{91D7E800-EC38-2281-6511-E93FD913FB63}"/>
              </a:ext>
            </a:extLst>
          </p:cNvPr>
          <p:cNvSpPr txBox="1"/>
          <p:nvPr/>
        </p:nvSpPr>
        <p:spPr>
          <a:xfrm>
            <a:off x="8479749" y="3907992"/>
            <a:ext cx="1074821" cy="276999"/>
          </a:xfrm>
          <a:prstGeom prst="rect">
            <a:avLst/>
          </a:prstGeom>
          <a:noFill/>
        </p:spPr>
        <p:txBody>
          <a:bodyPr wrap="square" rtlCol="0">
            <a:spAutoFit/>
          </a:bodyPr>
          <a:lstStyle/>
          <a:p>
            <a:r>
              <a:rPr lang="en-US" sz="1200" b="1" dirty="0">
                <a:solidFill>
                  <a:schemeClr val="accent1"/>
                </a:solidFill>
              </a:rPr>
              <a:t>Save History</a:t>
            </a:r>
            <a:endParaRPr lang="en-IN" sz="1200" b="1" dirty="0">
              <a:solidFill>
                <a:schemeClr val="accent1"/>
              </a:solidFill>
            </a:endParaRPr>
          </a:p>
        </p:txBody>
      </p:sp>
      <p:sp>
        <p:nvSpPr>
          <p:cNvPr id="75" name="TextBox 74">
            <a:extLst>
              <a:ext uri="{FF2B5EF4-FFF2-40B4-BE49-F238E27FC236}">
                <a16:creationId xmlns:a16="http://schemas.microsoft.com/office/drawing/2014/main" id="{F976CF7E-D7AF-63B8-32BE-4AB7FA6C858F}"/>
              </a:ext>
            </a:extLst>
          </p:cNvPr>
          <p:cNvSpPr txBox="1"/>
          <p:nvPr/>
        </p:nvSpPr>
        <p:spPr>
          <a:xfrm>
            <a:off x="268838" y="3912423"/>
            <a:ext cx="995802" cy="307777"/>
          </a:xfrm>
          <a:prstGeom prst="rect">
            <a:avLst/>
          </a:prstGeom>
          <a:noFill/>
        </p:spPr>
        <p:txBody>
          <a:bodyPr wrap="square" rtlCol="0">
            <a:spAutoFit/>
          </a:bodyPr>
          <a:lstStyle/>
          <a:p>
            <a:r>
              <a:rPr lang="en-US" sz="1400" b="1" dirty="0">
                <a:solidFill>
                  <a:schemeClr val="accent1"/>
                </a:solidFill>
              </a:rPr>
              <a:t>User</a:t>
            </a:r>
            <a:endParaRPr lang="en-IN" sz="1400" b="1" dirty="0">
              <a:solidFill>
                <a:schemeClr val="accent1"/>
              </a:solidFill>
            </a:endParaRPr>
          </a:p>
        </p:txBody>
      </p:sp>
      <p:cxnSp>
        <p:nvCxnSpPr>
          <p:cNvPr id="77" name="Straight Connector 76">
            <a:extLst>
              <a:ext uri="{FF2B5EF4-FFF2-40B4-BE49-F238E27FC236}">
                <a16:creationId xmlns:a16="http://schemas.microsoft.com/office/drawing/2014/main" id="{CB507151-78CF-ACC4-8D07-EC0A0C16E7CB}"/>
              </a:ext>
            </a:extLst>
          </p:cNvPr>
          <p:cNvCxnSpPr/>
          <p:nvPr/>
        </p:nvCxnSpPr>
        <p:spPr>
          <a:xfrm>
            <a:off x="231172" y="4663440"/>
            <a:ext cx="844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C1D6B5F-A3B1-9B1B-8380-3BC582AB0742}"/>
              </a:ext>
            </a:extLst>
          </p:cNvPr>
          <p:cNvCxnSpPr/>
          <p:nvPr/>
        </p:nvCxnSpPr>
        <p:spPr>
          <a:xfrm>
            <a:off x="7294738" y="4666488"/>
            <a:ext cx="844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E592D40-DF85-BD4F-0756-5160E6657202}"/>
              </a:ext>
            </a:extLst>
          </p:cNvPr>
          <p:cNvCxnSpPr/>
          <p:nvPr/>
        </p:nvCxnSpPr>
        <p:spPr>
          <a:xfrm>
            <a:off x="5906613" y="4681728"/>
            <a:ext cx="844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C7CE77A-0DAB-4D8F-9C0F-68A223DE8AB4}"/>
              </a:ext>
            </a:extLst>
          </p:cNvPr>
          <p:cNvCxnSpPr/>
          <p:nvPr/>
        </p:nvCxnSpPr>
        <p:spPr>
          <a:xfrm>
            <a:off x="4565898" y="4669536"/>
            <a:ext cx="844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F8D3810-8AD1-67A1-00DB-19795348C5BE}"/>
              </a:ext>
            </a:extLst>
          </p:cNvPr>
          <p:cNvCxnSpPr/>
          <p:nvPr/>
        </p:nvCxnSpPr>
        <p:spPr>
          <a:xfrm>
            <a:off x="3053705" y="4678680"/>
            <a:ext cx="844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03E4AD6-043E-2975-138A-40C10E71EB75}"/>
              </a:ext>
            </a:extLst>
          </p:cNvPr>
          <p:cNvCxnSpPr/>
          <p:nvPr/>
        </p:nvCxnSpPr>
        <p:spPr>
          <a:xfrm>
            <a:off x="1583041" y="4663440"/>
            <a:ext cx="844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6A72ABA-68A1-7E87-E021-0561F74A28F2}"/>
              </a:ext>
            </a:extLst>
          </p:cNvPr>
          <p:cNvCxnSpPr/>
          <p:nvPr/>
        </p:nvCxnSpPr>
        <p:spPr>
          <a:xfrm>
            <a:off x="8709627" y="4636008"/>
            <a:ext cx="844943" cy="0"/>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70CF8D05-84D5-7BBC-9B6D-7BF9DB046C57}"/>
              </a:ext>
            </a:extLst>
          </p:cNvPr>
          <p:cNvSpPr txBox="1"/>
          <p:nvPr/>
        </p:nvSpPr>
        <p:spPr>
          <a:xfrm>
            <a:off x="179433" y="4798367"/>
            <a:ext cx="995802" cy="646331"/>
          </a:xfrm>
          <a:prstGeom prst="rect">
            <a:avLst/>
          </a:prstGeom>
          <a:noFill/>
        </p:spPr>
        <p:txBody>
          <a:bodyPr wrap="square" rtlCol="0">
            <a:spAutoFit/>
          </a:bodyPr>
          <a:lstStyle/>
          <a:p>
            <a:r>
              <a:rPr lang="en-IN" sz="1200" i="1" dirty="0"/>
              <a:t>User enters an SMS message.</a:t>
            </a:r>
            <a:endParaRPr lang="en-US" sz="1200" i="1" dirty="0"/>
          </a:p>
        </p:txBody>
      </p:sp>
      <p:sp>
        <p:nvSpPr>
          <p:cNvPr id="85" name="TextBox 84">
            <a:extLst>
              <a:ext uri="{FF2B5EF4-FFF2-40B4-BE49-F238E27FC236}">
                <a16:creationId xmlns:a16="http://schemas.microsoft.com/office/drawing/2014/main" id="{C32C3571-EC6B-67BE-F7A8-949C97531134}"/>
              </a:ext>
            </a:extLst>
          </p:cNvPr>
          <p:cNvSpPr txBox="1"/>
          <p:nvPr/>
        </p:nvSpPr>
        <p:spPr>
          <a:xfrm>
            <a:off x="1583041" y="4798367"/>
            <a:ext cx="995802" cy="553998"/>
          </a:xfrm>
          <a:prstGeom prst="rect">
            <a:avLst/>
          </a:prstGeom>
          <a:noFill/>
        </p:spPr>
        <p:txBody>
          <a:bodyPr wrap="square" rtlCol="0">
            <a:spAutoFit/>
          </a:bodyPr>
          <a:lstStyle/>
          <a:p>
            <a:r>
              <a:rPr lang="en-US" sz="1200" i="1" dirty="0"/>
              <a:t>User enters</a:t>
            </a:r>
          </a:p>
          <a:p>
            <a:r>
              <a:rPr lang="en-US" sz="1200" i="1" dirty="0"/>
              <a:t>an SMS</a:t>
            </a:r>
            <a:r>
              <a:rPr lang="en-US" dirty="0"/>
              <a:t>.</a:t>
            </a:r>
          </a:p>
        </p:txBody>
      </p:sp>
      <p:sp>
        <p:nvSpPr>
          <p:cNvPr id="86" name="TextBox 85">
            <a:extLst>
              <a:ext uri="{FF2B5EF4-FFF2-40B4-BE49-F238E27FC236}">
                <a16:creationId xmlns:a16="http://schemas.microsoft.com/office/drawing/2014/main" id="{0B82EE66-95BB-B90A-6945-3908584279D4}"/>
              </a:ext>
            </a:extLst>
          </p:cNvPr>
          <p:cNvSpPr txBox="1"/>
          <p:nvPr/>
        </p:nvSpPr>
        <p:spPr>
          <a:xfrm>
            <a:off x="3053705" y="4797673"/>
            <a:ext cx="995802" cy="830997"/>
          </a:xfrm>
          <a:prstGeom prst="rect">
            <a:avLst/>
          </a:prstGeom>
          <a:noFill/>
        </p:spPr>
        <p:txBody>
          <a:bodyPr wrap="square" rtlCol="0">
            <a:spAutoFit/>
          </a:bodyPr>
          <a:lstStyle/>
          <a:p>
            <a:r>
              <a:rPr lang="en-US" sz="1200" i="1" dirty="0"/>
              <a:t>Clean and</a:t>
            </a:r>
          </a:p>
          <a:p>
            <a:r>
              <a:rPr lang="en-US" sz="1200" i="1" dirty="0"/>
              <a:t>prepare the</a:t>
            </a:r>
          </a:p>
          <a:p>
            <a:r>
              <a:rPr lang="en-US" sz="1200" i="1" dirty="0"/>
              <a:t>text.</a:t>
            </a:r>
          </a:p>
        </p:txBody>
      </p:sp>
      <p:sp>
        <p:nvSpPr>
          <p:cNvPr id="87" name="TextBox 86">
            <a:extLst>
              <a:ext uri="{FF2B5EF4-FFF2-40B4-BE49-F238E27FC236}">
                <a16:creationId xmlns:a16="http://schemas.microsoft.com/office/drawing/2014/main" id="{D7648936-8B28-4121-771D-30FDCD5FC624}"/>
              </a:ext>
            </a:extLst>
          </p:cNvPr>
          <p:cNvSpPr txBox="1"/>
          <p:nvPr/>
        </p:nvSpPr>
        <p:spPr>
          <a:xfrm>
            <a:off x="4610541" y="4795134"/>
            <a:ext cx="995802" cy="923330"/>
          </a:xfrm>
          <a:prstGeom prst="rect">
            <a:avLst/>
          </a:prstGeom>
          <a:noFill/>
        </p:spPr>
        <p:txBody>
          <a:bodyPr wrap="square" rtlCol="0">
            <a:spAutoFit/>
          </a:bodyPr>
          <a:lstStyle/>
          <a:p>
            <a:r>
              <a:rPr lang="en-US" sz="1200" i="1" dirty="0"/>
              <a:t>Convert text</a:t>
            </a:r>
          </a:p>
          <a:p>
            <a:r>
              <a:rPr lang="en-US" sz="1200" i="1" dirty="0"/>
              <a:t>Into</a:t>
            </a:r>
          </a:p>
          <a:p>
            <a:r>
              <a:rPr lang="en-US" sz="1200" i="1" dirty="0"/>
              <a:t>vectors</a:t>
            </a:r>
            <a:r>
              <a:rPr lang="en-US" dirty="0"/>
              <a:t>.</a:t>
            </a:r>
          </a:p>
        </p:txBody>
      </p:sp>
      <p:sp>
        <p:nvSpPr>
          <p:cNvPr id="88" name="TextBox 87">
            <a:extLst>
              <a:ext uri="{FF2B5EF4-FFF2-40B4-BE49-F238E27FC236}">
                <a16:creationId xmlns:a16="http://schemas.microsoft.com/office/drawing/2014/main" id="{DE7662BF-8E4D-6B5F-3558-AA2AA90D4089}"/>
              </a:ext>
            </a:extLst>
          </p:cNvPr>
          <p:cNvSpPr txBox="1"/>
          <p:nvPr/>
        </p:nvSpPr>
        <p:spPr>
          <a:xfrm>
            <a:off x="5982298" y="4801691"/>
            <a:ext cx="995802" cy="830997"/>
          </a:xfrm>
          <a:prstGeom prst="rect">
            <a:avLst/>
          </a:prstGeom>
          <a:noFill/>
        </p:spPr>
        <p:txBody>
          <a:bodyPr wrap="square" rtlCol="0">
            <a:spAutoFit/>
          </a:bodyPr>
          <a:lstStyle/>
          <a:p>
            <a:r>
              <a:rPr lang="en-US" sz="1200" i="1" dirty="0"/>
              <a:t>Predict Spam</a:t>
            </a:r>
          </a:p>
          <a:p>
            <a:r>
              <a:rPr lang="en-US" sz="1200" i="1" dirty="0"/>
              <a:t>or Not Spam.</a:t>
            </a:r>
          </a:p>
        </p:txBody>
      </p:sp>
      <p:sp>
        <p:nvSpPr>
          <p:cNvPr id="89" name="TextBox 88">
            <a:extLst>
              <a:ext uri="{FF2B5EF4-FFF2-40B4-BE49-F238E27FC236}">
                <a16:creationId xmlns:a16="http://schemas.microsoft.com/office/drawing/2014/main" id="{4E3C796C-0908-00DA-2DAF-2FC383393F6D}"/>
              </a:ext>
            </a:extLst>
          </p:cNvPr>
          <p:cNvSpPr txBox="1"/>
          <p:nvPr/>
        </p:nvSpPr>
        <p:spPr>
          <a:xfrm>
            <a:off x="7354055" y="4801691"/>
            <a:ext cx="995802" cy="646331"/>
          </a:xfrm>
          <a:prstGeom prst="rect">
            <a:avLst/>
          </a:prstGeom>
          <a:noFill/>
        </p:spPr>
        <p:txBody>
          <a:bodyPr wrap="square" rtlCol="0">
            <a:spAutoFit/>
          </a:bodyPr>
          <a:lstStyle/>
          <a:p>
            <a:r>
              <a:rPr lang="en-US" sz="1200" i="1" dirty="0"/>
              <a:t>Show the</a:t>
            </a:r>
          </a:p>
          <a:p>
            <a:r>
              <a:rPr lang="en-US" sz="1200" i="1" dirty="0"/>
              <a:t>result and</a:t>
            </a:r>
          </a:p>
          <a:p>
            <a:r>
              <a:rPr lang="en-US" sz="1200" i="1" dirty="0"/>
              <a:t>confidence.</a:t>
            </a:r>
          </a:p>
        </p:txBody>
      </p:sp>
      <p:sp>
        <p:nvSpPr>
          <p:cNvPr id="90" name="TextBox 89">
            <a:extLst>
              <a:ext uri="{FF2B5EF4-FFF2-40B4-BE49-F238E27FC236}">
                <a16:creationId xmlns:a16="http://schemas.microsoft.com/office/drawing/2014/main" id="{A95D2782-DB5F-FF7A-4966-830286FB379B}"/>
              </a:ext>
            </a:extLst>
          </p:cNvPr>
          <p:cNvSpPr txBox="1"/>
          <p:nvPr/>
        </p:nvSpPr>
        <p:spPr>
          <a:xfrm>
            <a:off x="8650127" y="4795134"/>
            <a:ext cx="995802" cy="646331"/>
          </a:xfrm>
          <a:prstGeom prst="rect">
            <a:avLst/>
          </a:prstGeom>
          <a:noFill/>
        </p:spPr>
        <p:txBody>
          <a:bodyPr wrap="square" rtlCol="0">
            <a:spAutoFit/>
          </a:bodyPr>
          <a:lstStyle/>
          <a:p>
            <a:r>
              <a:rPr lang="en-US" sz="1200" i="1" dirty="0"/>
              <a:t>Store the</a:t>
            </a:r>
          </a:p>
          <a:p>
            <a:r>
              <a:rPr lang="en-US" sz="1200" i="1" dirty="0"/>
              <a:t>prediction</a:t>
            </a:r>
          </a:p>
          <a:p>
            <a:r>
              <a:rPr lang="en-US" sz="1200" i="1" dirty="0"/>
              <a:t>history.</a:t>
            </a:r>
          </a:p>
        </p:txBody>
      </p:sp>
    </p:spTree>
    <p:extLst>
      <p:ext uri="{BB962C8B-B14F-4D97-AF65-F5344CB8AC3E}">
        <p14:creationId xmlns:p14="http://schemas.microsoft.com/office/powerpoint/2010/main" val="41431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AB454-71FE-953D-1833-7DE0CB1C9FE3}"/>
              </a:ext>
            </a:extLst>
          </p:cNvPr>
          <p:cNvSpPr>
            <a:spLocks noGrp="1"/>
          </p:cNvSpPr>
          <p:nvPr>
            <p:ph type="title"/>
          </p:nvPr>
        </p:nvSpPr>
        <p:spPr/>
        <p:txBody>
          <a:bodyPr/>
          <a:lstStyle/>
          <a:p>
            <a:r>
              <a:rPr lang="en-US" b="1" u="sng" dirty="0"/>
              <a:t>Code Explanation</a:t>
            </a:r>
            <a:endParaRPr lang="en-IN" b="1" u="sng" dirty="0"/>
          </a:p>
        </p:txBody>
      </p:sp>
      <p:sp>
        <p:nvSpPr>
          <p:cNvPr id="4" name="Content Placeholder 3">
            <a:extLst>
              <a:ext uri="{FF2B5EF4-FFF2-40B4-BE49-F238E27FC236}">
                <a16:creationId xmlns:a16="http://schemas.microsoft.com/office/drawing/2014/main" id="{2A12FEBE-3156-27A6-F3D7-F46551E9737F}"/>
              </a:ext>
            </a:extLst>
          </p:cNvPr>
          <p:cNvSpPr>
            <a:spLocks noGrp="1"/>
          </p:cNvSpPr>
          <p:nvPr>
            <p:ph sz="half" idx="1"/>
          </p:nvPr>
        </p:nvSpPr>
        <p:spPr/>
        <p:txBody>
          <a:bodyPr>
            <a:normAutofit/>
          </a:bodyPr>
          <a:lstStyle/>
          <a:p>
            <a:pPr marL="0" indent="0">
              <a:buNone/>
            </a:pPr>
            <a:r>
              <a:rPr lang="en-US" sz="2000" b="1" dirty="0"/>
              <a:t>Model Prediction</a:t>
            </a:r>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a:buFont typeface="Wingdings" panose="05000000000000000000" pitchFamily="2" charset="2"/>
              <a:buChar char="§"/>
            </a:pPr>
            <a:r>
              <a:rPr lang="en-US" sz="1200" dirty="0"/>
              <a:t>Cleans the input message.</a:t>
            </a:r>
          </a:p>
          <a:p>
            <a:pPr>
              <a:buFont typeface="Wingdings" panose="05000000000000000000" pitchFamily="2" charset="2"/>
              <a:buChar char="§"/>
            </a:pPr>
            <a:r>
              <a:rPr lang="en-US" sz="1200" dirty="0"/>
              <a:t>Converts text into numerical features.</a:t>
            </a:r>
          </a:p>
          <a:p>
            <a:pPr>
              <a:buFont typeface="Wingdings" panose="05000000000000000000" pitchFamily="2" charset="2"/>
              <a:buChar char="§"/>
            </a:pPr>
            <a:r>
              <a:rPr lang="en-US" sz="1200" dirty="0"/>
              <a:t>Predicts Spam or Not Spam.</a:t>
            </a:r>
          </a:p>
          <a:p>
            <a:pPr marL="0" indent="0">
              <a:buNone/>
            </a:pPr>
            <a:endParaRPr lang="en-IN" sz="2000" b="1" dirty="0"/>
          </a:p>
        </p:txBody>
      </p:sp>
      <p:sp>
        <p:nvSpPr>
          <p:cNvPr id="5" name="Content Placeholder 4">
            <a:extLst>
              <a:ext uri="{FF2B5EF4-FFF2-40B4-BE49-F238E27FC236}">
                <a16:creationId xmlns:a16="http://schemas.microsoft.com/office/drawing/2014/main" id="{41127950-AD0A-A78E-A252-048F65A482CF}"/>
              </a:ext>
            </a:extLst>
          </p:cNvPr>
          <p:cNvSpPr>
            <a:spLocks noGrp="1"/>
          </p:cNvSpPr>
          <p:nvPr>
            <p:ph sz="half" idx="2"/>
          </p:nvPr>
        </p:nvSpPr>
        <p:spPr/>
        <p:txBody>
          <a:bodyPr>
            <a:normAutofit/>
          </a:bodyPr>
          <a:lstStyle/>
          <a:p>
            <a:pPr marL="0" indent="0">
              <a:buNone/>
            </a:pPr>
            <a:r>
              <a:rPr lang="en-US" sz="2000" b="1" dirty="0"/>
              <a:t>Save Prediction</a:t>
            </a:r>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a:buFont typeface="Arial" panose="020B0604020202020204" pitchFamily="34" charset="0"/>
              <a:buChar char="•"/>
            </a:pPr>
            <a:r>
              <a:rPr lang="en-IN" sz="1200" dirty="0"/>
              <a:t>Stores the message.</a:t>
            </a:r>
          </a:p>
          <a:p>
            <a:pPr>
              <a:buFont typeface="Arial" panose="020B0604020202020204" pitchFamily="34" charset="0"/>
              <a:buChar char="•"/>
            </a:pPr>
            <a:r>
              <a:rPr lang="en-IN" sz="1200" dirty="0"/>
              <a:t>Saves the prediction result.</a:t>
            </a:r>
          </a:p>
          <a:p>
            <a:pPr>
              <a:buFont typeface="Arial" panose="020B0604020202020204" pitchFamily="34" charset="0"/>
              <a:buChar char="•"/>
            </a:pPr>
            <a:r>
              <a:rPr lang="en-IN" sz="1200" dirty="0"/>
              <a:t>Display it in the history table.</a:t>
            </a:r>
          </a:p>
        </p:txBody>
      </p:sp>
      <p:pic>
        <p:nvPicPr>
          <p:cNvPr id="7" name="Picture 6">
            <a:extLst>
              <a:ext uri="{FF2B5EF4-FFF2-40B4-BE49-F238E27FC236}">
                <a16:creationId xmlns:a16="http://schemas.microsoft.com/office/drawing/2014/main" id="{2BA78B75-7A9A-FECF-E175-34940344C70D}"/>
              </a:ext>
            </a:extLst>
          </p:cNvPr>
          <p:cNvPicPr>
            <a:picLocks noChangeAspect="1"/>
          </p:cNvPicPr>
          <p:nvPr/>
        </p:nvPicPr>
        <p:blipFill>
          <a:blip r:embed="rId2"/>
          <a:stretch>
            <a:fillRect/>
          </a:stretch>
        </p:blipFill>
        <p:spPr>
          <a:xfrm>
            <a:off x="784934" y="2832811"/>
            <a:ext cx="2825895" cy="1028753"/>
          </a:xfrm>
          <a:prstGeom prst="rect">
            <a:avLst/>
          </a:prstGeom>
        </p:spPr>
      </p:pic>
      <p:pic>
        <p:nvPicPr>
          <p:cNvPr id="11" name="Picture 10">
            <a:extLst>
              <a:ext uri="{FF2B5EF4-FFF2-40B4-BE49-F238E27FC236}">
                <a16:creationId xmlns:a16="http://schemas.microsoft.com/office/drawing/2014/main" id="{AF5FDEA8-1C82-CC4A-B9E3-BABCAA3DECDF}"/>
              </a:ext>
            </a:extLst>
          </p:cNvPr>
          <p:cNvPicPr>
            <a:picLocks noChangeAspect="1"/>
          </p:cNvPicPr>
          <p:nvPr/>
        </p:nvPicPr>
        <p:blipFill>
          <a:blip r:embed="rId3"/>
          <a:stretch>
            <a:fillRect/>
          </a:stretch>
        </p:blipFill>
        <p:spPr>
          <a:xfrm>
            <a:off x="5371126" y="2832811"/>
            <a:ext cx="2474425" cy="1087377"/>
          </a:xfrm>
          <a:prstGeom prst="rect">
            <a:avLst/>
          </a:prstGeom>
        </p:spPr>
      </p:pic>
    </p:spTree>
    <p:extLst>
      <p:ext uri="{BB962C8B-B14F-4D97-AF65-F5344CB8AC3E}">
        <p14:creationId xmlns:p14="http://schemas.microsoft.com/office/powerpoint/2010/main" val="312856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29023-A379-3E8F-7AA9-7BD54F2EED7E}"/>
              </a:ext>
            </a:extLst>
          </p:cNvPr>
          <p:cNvSpPr>
            <a:spLocks noGrp="1"/>
          </p:cNvSpPr>
          <p:nvPr>
            <p:ph type="title"/>
          </p:nvPr>
        </p:nvSpPr>
        <p:spPr>
          <a:xfrm>
            <a:off x="677334" y="609600"/>
            <a:ext cx="8596668" cy="798576"/>
          </a:xfrm>
        </p:spPr>
        <p:txBody>
          <a:bodyPr/>
          <a:lstStyle/>
          <a:p>
            <a:r>
              <a:rPr lang="en-US" b="1" u="sng" dirty="0"/>
              <a:t>Project Screenshots</a:t>
            </a:r>
            <a:endParaRPr lang="en-IN" b="1" u="sng" dirty="0"/>
          </a:p>
        </p:txBody>
      </p:sp>
      <p:pic>
        <p:nvPicPr>
          <p:cNvPr id="5" name="Content Placeholder 4">
            <a:extLst>
              <a:ext uri="{FF2B5EF4-FFF2-40B4-BE49-F238E27FC236}">
                <a16:creationId xmlns:a16="http://schemas.microsoft.com/office/drawing/2014/main" id="{E93B9D39-78BB-004E-72DB-C2B45F19B29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0259" t="6062" r="5000"/>
          <a:stretch>
            <a:fillRect/>
          </a:stretch>
        </p:blipFill>
        <p:spPr>
          <a:xfrm>
            <a:off x="180499" y="1295454"/>
            <a:ext cx="3677215" cy="2609034"/>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22AB51F1-04C2-0926-58A5-13D97D7D1A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2809" y="1154158"/>
            <a:ext cx="3299252" cy="3587886"/>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13645FA8-E118-B240-D1A6-2DB7CC9EFD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2328" y="3989859"/>
            <a:ext cx="3497768" cy="2609034"/>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EAD0D70E-9339-3B16-497E-87CB597DBCBF}"/>
              </a:ext>
            </a:extLst>
          </p:cNvPr>
          <p:cNvSpPr txBox="1"/>
          <p:nvPr/>
        </p:nvSpPr>
        <p:spPr>
          <a:xfrm>
            <a:off x="0" y="4133088"/>
            <a:ext cx="1252728" cy="276999"/>
          </a:xfrm>
          <a:prstGeom prst="rect">
            <a:avLst/>
          </a:prstGeom>
          <a:noFill/>
        </p:spPr>
        <p:txBody>
          <a:bodyPr wrap="square" rtlCol="0">
            <a:spAutoFit/>
          </a:bodyPr>
          <a:lstStyle/>
          <a:p>
            <a:r>
              <a:rPr lang="en-US" sz="1200" b="1" dirty="0"/>
              <a:t>Home Page</a:t>
            </a:r>
            <a:endParaRPr lang="en-IN" sz="1200" b="1" dirty="0"/>
          </a:p>
        </p:txBody>
      </p:sp>
      <p:sp>
        <p:nvSpPr>
          <p:cNvPr id="11" name="TextBox 10">
            <a:extLst>
              <a:ext uri="{FF2B5EF4-FFF2-40B4-BE49-F238E27FC236}">
                <a16:creationId xmlns:a16="http://schemas.microsoft.com/office/drawing/2014/main" id="{879E984E-25EA-7CB9-766B-40CECC07CC7F}"/>
              </a:ext>
            </a:extLst>
          </p:cNvPr>
          <p:cNvSpPr txBox="1"/>
          <p:nvPr/>
        </p:nvSpPr>
        <p:spPr>
          <a:xfrm>
            <a:off x="7929065" y="819247"/>
            <a:ext cx="1365211" cy="276999"/>
          </a:xfrm>
          <a:prstGeom prst="rect">
            <a:avLst/>
          </a:prstGeom>
          <a:noFill/>
        </p:spPr>
        <p:txBody>
          <a:bodyPr wrap="square" rtlCol="0">
            <a:spAutoFit/>
          </a:bodyPr>
          <a:lstStyle/>
          <a:p>
            <a:r>
              <a:rPr lang="en-US" sz="1200" b="1" dirty="0"/>
              <a:t>Prediction</a:t>
            </a:r>
            <a:endParaRPr lang="en-IN" sz="1200" b="1" dirty="0"/>
          </a:p>
        </p:txBody>
      </p:sp>
      <p:sp>
        <p:nvSpPr>
          <p:cNvPr id="12" name="TextBox 11">
            <a:extLst>
              <a:ext uri="{FF2B5EF4-FFF2-40B4-BE49-F238E27FC236}">
                <a16:creationId xmlns:a16="http://schemas.microsoft.com/office/drawing/2014/main" id="{A418C963-CE0E-46B6-03FC-9DF6CD700143}"/>
              </a:ext>
            </a:extLst>
          </p:cNvPr>
          <p:cNvSpPr txBox="1"/>
          <p:nvPr/>
        </p:nvSpPr>
        <p:spPr>
          <a:xfrm>
            <a:off x="5426452" y="5661243"/>
            <a:ext cx="1261872" cy="276999"/>
          </a:xfrm>
          <a:prstGeom prst="rect">
            <a:avLst/>
          </a:prstGeom>
          <a:noFill/>
        </p:spPr>
        <p:txBody>
          <a:bodyPr wrap="square" rtlCol="0">
            <a:spAutoFit/>
          </a:bodyPr>
          <a:lstStyle/>
          <a:p>
            <a:r>
              <a:rPr lang="en-US" sz="1200" b="1" dirty="0"/>
              <a:t>History saved</a:t>
            </a:r>
            <a:endParaRPr lang="en-IN" sz="1200" b="1" dirty="0"/>
          </a:p>
        </p:txBody>
      </p:sp>
      <p:pic>
        <p:nvPicPr>
          <p:cNvPr id="16" name="Graphic 15" descr="Line arrow: Rotate left with solid fill">
            <a:extLst>
              <a:ext uri="{FF2B5EF4-FFF2-40B4-BE49-F238E27FC236}">
                <a16:creationId xmlns:a16="http://schemas.microsoft.com/office/drawing/2014/main" id="{C65D94E5-1D41-EEC8-439B-C13CE91A9D2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765603">
            <a:off x="-48100" y="3718574"/>
            <a:ext cx="457200" cy="457200"/>
          </a:xfrm>
          <a:prstGeom prst="rect">
            <a:avLst/>
          </a:prstGeom>
        </p:spPr>
      </p:pic>
      <p:pic>
        <p:nvPicPr>
          <p:cNvPr id="17" name="Graphic 16" descr="Line arrow: Rotate left with solid fill">
            <a:extLst>
              <a:ext uri="{FF2B5EF4-FFF2-40B4-BE49-F238E27FC236}">
                <a16:creationId xmlns:a16="http://schemas.microsoft.com/office/drawing/2014/main" id="{4FD30DE4-7EEE-3E2F-5461-4ABE2CB4B6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6684039">
            <a:off x="8602783" y="974553"/>
            <a:ext cx="457200" cy="457200"/>
          </a:xfrm>
          <a:prstGeom prst="rect">
            <a:avLst/>
          </a:prstGeom>
        </p:spPr>
      </p:pic>
      <p:pic>
        <p:nvPicPr>
          <p:cNvPr id="20" name="Graphic 19" descr="Line arrow: Rotate right with solid fill">
            <a:extLst>
              <a:ext uri="{FF2B5EF4-FFF2-40B4-BE49-F238E27FC236}">
                <a16:creationId xmlns:a16="http://schemas.microsoft.com/office/drawing/2014/main" id="{D4718D0C-725A-2661-64DE-F4171AF649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73769" y="5294376"/>
            <a:ext cx="505367" cy="505367"/>
          </a:xfrm>
          <a:prstGeom prst="rect">
            <a:avLst/>
          </a:prstGeom>
        </p:spPr>
      </p:pic>
    </p:spTree>
    <p:extLst>
      <p:ext uri="{BB962C8B-B14F-4D97-AF65-F5344CB8AC3E}">
        <p14:creationId xmlns:p14="http://schemas.microsoft.com/office/powerpoint/2010/main" val="54908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7A8C-7746-8592-01F5-6AB43FAD5C0D}"/>
              </a:ext>
            </a:extLst>
          </p:cNvPr>
          <p:cNvSpPr>
            <a:spLocks noGrp="1"/>
          </p:cNvSpPr>
          <p:nvPr>
            <p:ph type="title"/>
          </p:nvPr>
        </p:nvSpPr>
        <p:spPr/>
        <p:txBody>
          <a:bodyPr/>
          <a:lstStyle/>
          <a:p>
            <a:r>
              <a:rPr lang="en-US" b="1" u="sng" dirty="0"/>
              <a:t>Result</a:t>
            </a:r>
            <a:endParaRPr lang="en-IN" b="1" u="sng" dirty="0"/>
          </a:p>
        </p:txBody>
      </p:sp>
      <p:sp>
        <p:nvSpPr>
          <p:cNvPr id="7" name="Rectangle: Rounded Corners 6">
            <a:extLst>
              <a:ext uri="{FF2B5EF4-FFF2-40B4-BE49-F238E27FC236}">
                <a16:creationId xmlns:a16="http://schemas.microsoft.com/office/drawing/2014/main" id="{2AD80BFC-89E3-8F62-2F0F-069BD675B4DD}"/>
              </a:ext>
            </a:extLst>
          </p:cNvPr>
          <p:cNvSpPr/>
          <p:nvPr/>
        </p:nvSpPr>
        <p:spPr>
          <a:xfrm>
            <a:off x="594360" y="1527048"/>
            <a:ext cx="2529840" cy="2084832"/>
          </a:xfrm>
          <a:prstGeom prst="roundRect">
            <a:avLst/>
          </a:prstGeom>
          <a:solidFill>
            <a:schemeClr val="accent1">
              <a:lumMod val="20000"/>
              <a:lumOff val="8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2"/>
                </a:solidFill>
              </a:rPr>
              <a:t>    </a:t>
            </a:r>
            <a:r>
              <a:rPr lang="en-US" b="1" dirty="0">
                <a:solidFill>
                  <a:schemeClr val="tx2"/>
                </a:solidFill>
              </a:rPr>
              <a:t>Model Accuracy</a:t>
            </a:r>
          </a:p>
          <a:p>
            <a:pPr algn="ctr"/>
            <a:endParaRPr lang="en-US" dirty="0">
              <a:solidFill>
                <a:schemeClr val="tx2"/>
              </a:solidFill>
            </a:endParaRPr>
          </a:p>
          <a:p>
            <a:pPr algn="ctr"/>
            <a:r>
              <a:rPr lang="en-US" sz="2400" b="1" dirty="0">
                <a:solidFill>
                  <a:schemeClr val="tx2"/>
                </a:solidFill>
              </a:rPr>
              <a:t>98%</a:t>
            </a:r>
          </a:p>
          <a:p>
            <a:pPr algn="ctr"/>
            <a:endParaRPr lang="en-US" dirty="0">
              <a:solidFill>
                <a:schemeClr val="tx2"/>
              </a:solidFill>
            </a:endParaRPr>
          </a:p>
          <a:p>
            <a:pPr algn="ctr"/>
            <a:r>
              <a:rPr lang="en-US" sz="1200" dirty="0">
                <a:solidFill>
                  <a:srgbClr val="002060"/>
                </a:solidFill>
              </a:rPr>
              <a:t>High prediction accuracy on the test dataset.</a:t>
            </a:r>
          </a:p>
          <a:p>
            <a:pPr algn="ctr"/>
            <a:endParaRPr lang="en-IN" dirty="0">
              <a:solidFill>
                <a:schemeClr val="tx2"/>
              </a:solidFill>
            </a:endParaRPr>
          </a:p>
        </p:txBody>
      </p:sp>
      <p:sp>
        <p:nvSpPr>
          <p:cNvPr id="9" name="Rectangle: Rounded Corners 8">
            <a:extLst>
              <a:ext uri="{FF2B5EF4-FFF2-40B4-BE49-F238E27FC236}">
                <a16:creationId xmlns:a16="http://schemas.microsoft.com/office/drawing/2014/main" id="{BD8F74EA-EC7A-A7B8-79C9-5A885FCD40F0}"/>
              </a:ext>
            </a:extLst>
          </p:cNvPr>
          <p:cNvSpPr/>
          <p:nvPr/>
        </p:nvSpPr>
        <p:spPr>
          <a:xfrm>
            <a:off x="3307080" y="1527048"/>
            <a:ext cx="2529840" cy="2084832"/>
          </a:xfrm>
          <a:prstGeom prst="roundRect">
            <a:avLst/>
          </a:prstGeom>
          <a:solidFill>
            <a:schemeClr val="accent1">
              <a:lumMod val="20000"/>
              <a:lumOff val="8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solidFill>
              </a:rPr>
              <a:t>Timer</a:t>
            </a:r>
          </a:p>
          <a:p>
            <a:pPr algn="r"/>
            <a:r>
              <a:rPr lang="en-IN" b="1" dirty="0">
                <a:solidFill>
                  <a:schemeClr val="tx2"/>
                </a:solidFill>
                <a:latin typeface="Arial Black" panose="020B0A04020102020204" pitchFamily="34" charset="0"/>
              </a:rPr>
              <a:t>Real-Time </a:t>
            </a:r>
          </a:p>
          <a:p>
            <a:pPr algn="r"/>
            <a:r>
              <a:rPr lang="en-IN" b="1" dirty="0">
                <a:solidFill>
                  <a:schemeClr val="tx2"/>
                </a:solidFill>
                <a:latin typeface="Arial Black" panose="020B0A04020102020204" pitchFamily="34" charset="0"/>
              </a:rPr>
              <a:t>Results</a:t>
            </a:r>
          </a:p>
          <a:p>
            <a:pPr algn="ctr"/>
            <a:endParaRPr lang="en-IN" dirty="0"/>
          </a:p>
          <a:p>
            <a:pPr algn="ctr"/>
            <a:endParaRPr lang="en-IN" sz="1200" dirty="0"/>
          </a:p>
          <a:p>
            <a:pPr algn="ctr"/>
            <a:r>
              <a:rPr lang="en-IN" sz="1200" dirty="0">
                <a:solidFill>
                  <a:srgbClr val="002060"/>
                </a:solidFill>
              </a:rPr>
              <a:t>Generates results within a few seconds.</a:t>
            </a:r>
          </a:p>
          <a:p>
            <a:pPr algn="ctr"/>
            <a:endParaRPr lang="en-US" dirty="0"/>
          </a:p>
        </p:txBody>
      </p:sp>
      <p:pic>
        <p:nvPicPr>
          <p:cNvPr id="11" name="Graphic 10" descr="Bullseye with solid fill">
            <a:extLst>
              <a:ext uri="{FF2B5EF4-FFF2-40B4-BE49-F238E27FC236}">
                <a16:creationId xmlns:a16="http://schemas.microsoft.com/office/drawing/2014/main" id="{99B10C2D-86C0-4F5D-1F69-A123F0D21BF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7334" y="1654556"/>
            <a:ext cx="551688" cy="551688"/>
          </a:xfrm>
          <a:prstGeom prst="rect">
            <a:avLst/>
          </a:prstGeom>
        </p:spPr>
      </p:pic>
      <p:cxnSp>
        <p:nvCxnSpPr>
          <p:cNvPr id="13" name="Straight Connector 12">
            <a:extLst>
              <a:ext uri="{FF2B5EF4-FFF2-40B4-BE49-F238E27FC236}">
                <a16:creationId xmlns:a16="http://schemas.microsoft.com/office/drawing/2014/main" id="{987FBD92-7EA3-E5E3-D20C-FA267D5541FD}"/>
              </a:ext>
            </a:extLst>
          </p:cNvPr>
          <p:cNvCxnSpPr/>
          <p:nvPr/>
        </p:nvCxnSpPr>
        <p:spPr>
          <a:xfrm>
            <a:off x="822960" y="2606040"/>
            <a:ext cx="203911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0255CA3-BBBD-D693-F1DE-BB3C44289297}"/>
              </a:ext>
            </a:extLst>
          </p:cNvPr>
          <p:cNvCxnSpPr/>
          <p:nvPr/>
        </p:nvCxnSpPr>
        <p:spPr>
          <a:xfrm>
            <a:off x="3566160" y="2606040"/>
            <a:ext cx="2002536"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7" name="Graphic 16" descr="Stopwatch with solid fill">
            <a:extLst>
              <a:ext uri="{FF2B5EF4-FFF2-40B4-BE49-F238E27FC236}">
                <a16:creationId xmlns:a16="http://schemas.microsoft.com/office/drawing/2014/main" id="{BB25EFB7-4D46-E3F0-7E3A-769C0CD4BC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58949" y="1547114"/>
            <a:ext cx="521208" cy="521208"/>
          </a:xfrm>
          <a:prstGeom prst="rect">
            <a:avLst/>
          </a:prstGeom>
        </p:spPr>
      </p:pic>
      <p:sp>
        <p:nvSpPr>
          <p:cNvPr id="19" name="Flowchart: Connector 18">
            <a:extLst>
              <a:ext uri="{FF2B5EF4-FFF2-40B4-BE49-F238E27FC236}">
                <a16:creationId xmlns:a16="http://schemas.microsoft.com/office/drawing/2014/main" id="{5154D39B-AC9E-9DE4-C73C-AA554EBA0685}"/>
              </a:ext>
            </a:extLst>
          </p:cNvPr>
          <p:cNvSpPr/>
          <p:nvPr/>
        </p:nvSpPr>
        <p:spPr>
          <a:xfrm>
            <a:off x="6684264" y="2432304"/>
            <a:ext cx="3163824" cy="3145536"/>
          </a:xfrm>
          <a:prstGeom prst="flowChartConnector">
            <a:avLst/>
          </a:prstGeom>
          <a:solidFill>
            <a:srgbClr val="92278F"/>
          </a:solidFill>
          <a:effectLst>
            <a:outerShdw blurRad="76200" dir="18900000" sy="23000" kx="-12000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Connector 19">
            <a:extLst>
              <a:ext uri="{FF2B5EF4-FFF2-40B4-BE49-F238E27FC236}">
                <a16:creationId xmlns:a16="http://schemas.microsoft.com/office/drawing/2014/main" id="{EFCD9CF4-0F58-AFAC-370C-2FEF148BE8E9}"/>
              </a:ext>
            </a:extLst>
          </p:cNvPr>
          <p:cNvSpPr/>
          <p:nvPr/>
        </p:nvSpPr>
        <p:spPr>
          <a:xfrm>
            <a:off x="6958584" y="2706624"/>
            <a:ext cx="2642616" cy="260604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6000" b="1" dirty="0">
                <a:solidFill>
                  <a:schemeClr val="accent1"/>
                </a:solidFill>
              </a:rPr>
              <a:t>98%</a:t>
            </a:r>
          </a:p>
          <a:p>
            <a:pPr algn="ctr"/>
            <a:endParaRPr lang="en-US" dirty="0"/>
          </a:p>
          <a:p>
            <a:pPr algn="ctr"/>
            <a:r>
              <a:rPr lang="en-US" b="1" dirty="0">
                <a:solidFill>
                  <a:schemeClr val="accent1"/>
                </a:solidFill>
              </a:rPr>
              <a:t>Overall Accuracy</a:t>
            </a:r>
          </a:p>
        </p:txBody>
      </p:sp>
      <p:cxnSp>
        <p:nvCxnSpPr>
          <p:cNvPr id="22" name="Straight Connector 21">
            <a:extLst>
              <a:ext uri="{FF2B5EF4-FFF2-40B4-BE49-F238E27FC236}">
                <a16:creationId xmlns:a16="http://schemas.microsoft.com/office/drawing/2014/main" id="{51A999ED-F9EA-280B-0FD9-74C5E6CD175D}"/>
              </a:ext>
            </a:extLst>
          </p:cNvPr>
          <p:cNvCxnSpPr/>
          <p:nvPr/>
        </p:nvCxnSpPr>
        <p:spPr>
          <a:xfrm>
            <a:off x="7187184" y="4105656"/>
            <a:ext cx="216712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DD2703D-CAB2-6306-9F14-6410BD4D1284}"/>
              </a:ext>
            </a:extLst>
          </p:cNvPr>
          <p:cNvSpPr txBox="1"/>
          <p:nvPr/>
        </p:nvSpPr>
        <p:spPr>
          <a:xfrm>
            <a:off x="374904" y="3877056"/>
            <a:ext cx="6062472" cy="2585323"/>
          </a:xfrm>
          <a:prstGeom prst="rect">
            <a:avLst/>
          </a:prstGeom>
          <a:noFill/>
        </p:spPr>
        <p:txBody>
          <a:bodyPr wrap="square" rtlCol="0">
            <a:spAutoFit/>
          </a:bodyPr>
          <a:lstStyle/>
          <a:p>
            <a:r>
              <a:rPr lang="en-US" b="1" dirty="0">
                <a:solidFill>
                  <a:schemeClr val="accent1"/>
                </a:solidFill>
              </a:rPr>
              <a:t>        Successfully detects Spam messages.</a:t>
            </a:r>
          </a:p>
          <a:p>
            <a:endParaRPr lang="en-US" b="1" dirty="0">
              <a:solidFill>
                <a:schemeClr val="accent1"/>
              </a:solidFill>
            </a:endParaRPr>
          </a:p>
          <a:p>
            <a:r>
              <a:rPr lang="en-US" b="1" dirty="0">
                <a:solidFill>
                  <a:schemeClr val="accent1"/>
                </a:solidFill>
              </a:rPr>
              <a:t>        Correctly identifies Normal(Not Spam) messages.</a:t>
            </a:r>
          </a:p>
          <a:p>
            <a:endParaRPr lang="en-US" b="1" dirty="0">
              <a:solidFill>
                <a:schemeClr val="accent1"/>
              </a:solidFill>
            </a:endParaRPr>
          </a:p>
          <a:p>
            <a:r>
              <a:rPr lang="en-US" b="1" dirty="0">
                <a:solidFill>
                  <a:schemeClr val="accent1"/>
                </a:solidFill>
              </a:rPr>
              <a:t>        Displays prediction confidence score.</a:t>
            </a:r>
          </a:p>
          <a:p>
            <a:endParaRPr lang="en-US" b="1" dirty="0">
              <a:solidFill>
                <a:schemeClr val="accent1"/>
              </a:solidFill>
            </a:endParaRPr>
          </a:p>
          <a:p>
            <a:r>
              <a:rPr lang="en-US" b="1" dirty="0">
                <a:solidFill>
                  <a:schemeClr val="accent1"/>
                </a:solidFill>
              </a:rPr>
              <a:t>        Saves recent prediction history.</a:t>
            </a:r>
          </a:p>
          <a:p>
            <a:endParaRPr lang="en-US" b="1" dirty="0">
              <a:solidFill>
                <a:schemeClr val="accent1"/>
              </a:solidFill>
            </a:endParaRPr>
          </a:p>
          <a:p>
            <a:r>
              <a:rPr lang="en-US" b="1" dirty="0">
                <a:solidFill>
                  <a:schemeClr val="accent1"/>
                </a:solidFill>
              </a:rPr>
              <a:t>        User-friendly and easy to use interface.</a:t>
            </a:r>
            <a:endParaRPr lang="en-IN" b="1" dirty="0">
              <a:solidFill>
                <a:schemeClr val="accent1"/>
              </a:solidFill>
            </a:endParaRPr>
          </a:p>
        </p:txBody>
      </p:sp>
      <p:pic>
        <p:nvPicPr>
          <p:cNvPr id="25" name="Graphic 24" descr="Checkmark with solid fill">
            <a:extLst>
              <a:ext uri="{FF2B5EF4-FFF2-40B4-BE49-F238E27FC236}">
                <a16:creationId xmlns:a16="http://schemas.microsoft.com/office/drawing/2014/main" id="{C195CE86-FAD5-96C0-2C37-FB7FC28CB0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7730" y="3877056"/>
            <a:ext cx="299550" cy="299550"/>
          </a:xfrm>
          <a:prstGeom prst="rect">
            <a:avLst/>
          </a:prstGeom>
        </p:spPr>
      </p:pic>
      <p:pic>
        <p:nvPicPr>
          <p:cNvPr id="27" name="Graphic 26" descr="Envelope with solid fill">
            <a:extLst>
              <a:ext uri="{FF2B5EF4-FFF2-40B4-BE49-F238E27FC236}">
                <a16:creationId xmlns:a16="http://schemas.microsoft.com/office/drawing/2014/main" id="{7ED0EB45-BD20-935A-E618-4417F3E7D7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6014" y="4441782"/>
            <a:ext cx="408963" cy="408963"/>
          </a:xfrm>
          <a:prstGeom prst="rect">
            <a:avLst/>
          </a:prstGeom>
        </p:spPr>
      </p:pic>
      <p:pic>
        <p:nvPicPr>
          <p:cNvPr id="29" name="Graphic 28" descr="Bar graph with upward trend with solid fill">
            <a:extLst>
              <a:ext uri="{FF2B5EF4-FFF2-40B4-BE49-F238E27FC236}">
                <a16:creationId xmlns:a16="http://schemas.microsoft.com/office/drawing/2014/main" id="{03423401-39BA-8F8D-C876-097E50F096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4360" y="5019231"/>
            <a:ext cx="365760" cy="365760"/>
          </a:xfrm>
          <a:prstGeom prst="rect">
            <a:avLst/>
          </a:prstGeom>
        </p:spPr>
      </p:pic>
      <p:pic>
        <p:nvPicPr>
          <p:cNvPr id="31" name="Graphic 30" descr="Stopwatch with solid fill">
            <a:extLst>
              <a:ext uri="{FF2B5EF4-FFF2-40B4-BE49-F238E27FC236}">
                <a16:creationId xmlns:a16="http://schemas.microsoft.com/office/drawing/2014/main" id="{D4E20141-955B-6925-B1FA-71DB901AF43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8640" y="5466485"/>
            <a:ext cx="457200" cy="457200"/>
          </a:xfrm>
          <a:prstGeom prst="rect">
            <a:avLst/>
          </a:prstGeom>
        </p:spPr>
      </p:pic>
      <p:pic>
        <p:nvPicPr>
          <p:cNvPr id="33" name="Graphic 32" descr="Users with solid fill">
            <a:extLst>
              <a:ext uri="{FF2B5EF4-FFF2-40B4-BE49-F238E27FC236}">
                <a16:creationId xmlns:a16="http://schemas.microsoft.com/office/drawing/2014/main" id="{17CD1888-425A-F3A8-D176-91B6B03BF6F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2083" y="5986490"/>
            <a:ext cx="496824" cy="496824"/>
          </a:xfrm>
          <a:prstGeom prst="rect">
            <a:avLst/>
          </a:prstGeom>
        </p:spPr>
      </p:pic>
      <p:pic>
        <p:nvPicPr>
          <p:cNvPr id="35" name="Graphic 34" descr="A scattering of small circles">
            <a:extLst>
              <a:ext uri="{FF2B5EF4-FFF2-40B4-BE49-F238E27FC236}">
                <a16:creationId xmlns:a16="http://schemas.microsoft.com/office/drawing/2014/main" id="{0110BA80-16C7-FFC7-C0A2-81B49CEFC0D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45891" y="5043875"/>
            <a:ext cx="1885230" cy="1885230"/>
          </a:xfrm>
          <a:prstGeom prst="rect">
            <a:avLst/>
          </a:prstGeom>
        </p:spPr>
      </p:pic>
      <p:pic>
        <p:nvPicPr>
          <p:cNvPr id="36" name="Graphic 35" descr="A scattering of small circles">
            <a:extLst>
              <a:ext uri="{FF2B5EF4-FFF2-40B4-BE49-F238E27FC236}">
                <a16:creationId xmlns:a16="http://schemas.microsoft.com/office/drawing/2014/main" id="{201DF3C3-B52C-E5F5-2F4A-5BE3B4CC6A6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829258" y="5061162"/>
            <a:ext cx="1885230" cy="1885230"/>
          </a:xfrm>
          <a:prstGeom prst="rect">
            <a:avLst/>
          </a:prstGeom>
        </p:spPr>
      </p:pic>
      <p:sp>
        <p:nvSpPr>
          <p:cNvPr id="37" name="Rectangle: Rounded Corners 36">
            <a:extLst>
              <a:ext uri="{FF2B5EF4-FFF2-40B4-BE49-F238E27FC236}">
                <a16:creationId xmlns:a16="http://schemas.microsoft.com/office/drawing/2014/main" id="{7A754B4B-693A-83C4-12A5-BA8462D2CEF6}"/>
              </a:ext>
            </a:extLst>
          </p:cNvPr>
          <p:cNvSpPr/>
          <p:nvPr/>
        </p:nvSpPr>
        <p:spPr>
          <a:xfrm rot="18955863">
            <a:off x="6987168" y="2882341"/>
            <a:ext cx="457150" cy="261375"/>
          </a:xfrm>
          <a:prstGeom prst="roundRect">
            <a:avLst/>
          </a:prstGeom>
          <a:solidFill>
            <a:schemeClr val="accent1">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57633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17806-D43F-5DB9-02D1-FEB885B1EA40}"/>
              </a:ext>
            </a:extLst>
          </p:cNvPr>
          <p:cNvSpPr>
            <a:spLocks noGrp="1"/>
          </p:cNvSpPr>
          <p:nvPr>
            <p:ph type="title"/>
          </p:nvPr>
        </p:nvSpPr>
        <p:spPr>
          <a:xfrm>
            <a:off x="677334" y="609600"/>
            <a:ext cx="8596668" cy="835152"/>
          </a:xfrm>
        </p:spPr>
        <p:txBody>
          <a:bodyPr/>
          <a:lstStyle/>
          <a:p>
            <a:r>
              <a:rPr lang="en-US" b="1" u="sng" dirty="0"/>
              <a:t>Future Scope</a:t>
            </a:r>
            <a:endParaRPr lang="en-IN" b="1" u="sng" dirty="0"/>
          </a:p>
        </p:txBody>
      </p:sp>
      <p:sp>
        <p:nvSpPr>
          <p:cNvPr id="3" name="Content Placeholder 2">
            <a:extLst>
              <a:ext uri="{FF2B5EF4-FFF2-40B4-BE49-F238E27FC236}">
                <a16:creationId xmlns:a16="http://schemas.microsoft.com/office/drawing/2014/main" id="{E86E45E0-96D8-FDD2-2720-4B66BCD74FB0}"/>
              </a:ext>
            </a:extLst>
          </p:cNvPr>
          <p:cNvSpPr>
            <a:spLocks noGrp="1"/>
          </p:cNvSpPr>
          <p:nvPr>
            <p:ph sz="half" idx="1"/>
          </p:nvPr>
        </p:nvSpPr>
        <p:spPr>
          <a:xfrm>
            <a:off x="677334" y="1685101"/>
            <a:ext cx="4184035" cy="3880772"/>
          </a:xfrm>
        </p:spPr>
        <p:txBody>
          <a:bodyPr>
            <a:normAutofit/>
          </a:bodyPr>
          <a:lstStyle/>
          <a:p>
            <a:pPr marL="0" indent="0">
              <a:buNone/>
            </a:pPr>
            <a:r>
              <a:rPr lang="en-IN" b="1" dirty="0"/>
              <a:t>📧 </a:t>
            </a:r>
            <a:r>
              <a:rPr lang="en-IN" b="1" dirty="0">
                <a:solidFill>
                  <a:schemeClr val="accent1"/>
                </a:solidFill>
              </a:rPr>
              <a:t>Email Spam Detection</a:t>
            </a:r>
          </a:p>
          <a:p>
            <a:pPr marL="0" indent="0">
              <a:buNone/>
            </a:pPr>
            <a:r>
              <a:rPr lang="en-IN" sz="1400" i="1" dirty="0">
                <a:solidFill>
                  <a:schemeClr val="bg1">
                    <a:lumMod val="50000"/>
                  </a:schemeClr>
                </a:solidFill>
              </a:rPr>
              <a:t>Extend the system to detect spam emails.</a:t>
            </a:r>
            <a:br>
              <a:rPr lang="en-IN" dirty="0"/>
            </a:br>
            <a:endParaRPr lang="en-IN" dirty="0"/>
          </a:p>
          <a:p>
            <a:pPr marL="0" indent="0">
              <a:buNone/>
            </a:pPr>
            <a:r>
              <a:rPr lang="en-IN" b="1" dirty="0"/>
              <a:t>🌍 </a:t>
            </a:r>
            <a:r>
              <a:rPr lang="en-IN" b="1" dirty="0">
                <a:solidFill>
                  <a:schemeClr val="accent1"/>
                </a:solidFill>
              </a:rPr>
              <a:t>Multi-language Support</a:t>
            </a:r>
          </a:p>
          <a:p>
            <a:pPr marL="0" indent="0">
              <a:buNone/>
            </a:pPr>
            <a:r>
              <a:rPr lang="en-IN" sz="1400" i="1" dirty="0">
                <a:solidFill>
                  <a:schemeClr val="bg1">
                    <a:lumMod val="50000"/>
                  </a:schemeClr>
                </a:solidFill>
              </a:rPr>
              <a:t>Support SMS messages in multiple languages.</a:t>
            </a:r>
            <a:br>
              <a:rPr lang="en-IN" dirty="0"/>
            </a:br>
            <a:endParaRPr lang="en-IN" dirty="0"/>
          </a:p>
          <a:p>
            <a:pPr marL="0" indent="0">
              <a:buNone/>
            </a:pPr>
            <a:r>
              <a:rPr lang="en-IN" b="1" dirty="0"/>
              <a:t>📱 </a:t>
            </a:r>
            <a:r>
              <a:rPr lang="en-IN" b="1" dirty="0">
                <a:solidFill>
                  <a:schemeClr val="accent1"/>
                </a:solidFill>
              </a:rPr>
              <a:t>Mobile Application</a:t>
            </a:r>
          </a:p>
          <a:p>
            <a:pPr marL="0" indent="0">
              <a:buNone/>
            </a:pPr>
            <a:r>
              <a:rPr lang="en-IN" sz="1400" i="1" dirty="0">
                <a:solidFill>
                  <a:schemeClr val="bg1">
                    <a:lumMod val="50000"/>
                  </a:schemeClr>
                </a:solidFill>
              </a:rPr>
              <a:t>Develop an Android or iOS application.</a:t>
            </a:r>
          </a:p>
          <a:p>
            <a:pPr marL="0" indent="0">
              <a:buNone/>
            </a:pPr>
            <a:endParaRPr lang="en-US" dirty="0"/>
          </a:p>
        </p:txBody>
      </p:sp>
      <p:sp>
        <p:nvSpPr>
          <p:cNvPr id="4" name="Content Placeholder 3">
            <a:extLst>
              <a:ext uri="{FF2B5EF4-FFF2-40B4-BE49-F238E27FC236}">
                <a16:creationId xmlns:a16="http://schemas.microsoft.com/office/drawing/2014/main" id="{7EFB36F0-AC15-CD9B-2B70-7469668F5C94}"/>
              </a:ext>
            </a:extLst>
          </p:cNvPr>
          <p:cNvSpPr>
            <a:spLocks noGrp="1"/>
          </p:cNvSpPr>
          <p:nvPr>
            <p:ph sz="half" idx="2"/>
          </p:nvPr>
        </p:nvSpPr>
        <p:spPr>
          <a:xfrm>
            <a:off x="5089968" y="1696850"/>
            <a:ext cx="4184034" cy="3880773"/>
          </a:xfrm>
        </p:spPr>
        <p:txBody>
          <a:bodyPr>
            <a:normAutofit/>
          </a:bodyPr>
          <a:lstStyle/>
          <a:p>
            <a:pPr marL="0" indent="0">
              <a:buNone/>
            </a:pPr>
            <a:r>
              <a:rPr lang="en-IN" b="1" dirty="0"/>
              <a:t>☁️ </a:t>
            </a:r>
            <a:r>
              <a:rPr lang="en-IN" b="1" dirty="0">
                <a:solidFill>
                  <a:schemeClr val="accent1"/>
                </a:solidFill>
              </a:rPr>
              <a:t>Cloud Deployment</a:t>
            </a:r>
          </a:p>
          <a:p>
            <a:pPr marL="0" indent="0">
              <a:buNone/>
            </a:pPr>
            <a:r>
              <a:rPr lang="en-IN" sz="1400" i="1" dirty="0">
                <a:solidFill>
                  <a:schemeClr val="bg1">
                    <a:lumMod val="50000"/>
                  </a:schemeClr>
                </a:solidFill>
              </a:rPr>
              <a:t>Deploy the project online for public use.</a:t>
            </a:r>
          </a:p>
          <a:p>
            <a:pPr marL="0" indent="0">
              <a:buNone/>
            </a:pPr>
            <a:endParaRPr lang="en-IN" dirty="0"/>
          </a:p>
          <a:p>
            <a:pPr marL="0" indent="0">
              <a:buNone/>
            </a:pPr>
            <a:r>
              <a:rPr lang="en-IN" b="1" dirty="0"/>
              <a:t>🧠 </a:t>
            </a:r>
            <a:r>
              <a:rPr lang="en-IN" b="1" dirty="0">
                <a:solidFill>
                  <a:schemeClr val="accent1"/>
                </a:solidFill>
              </a:rPr>
              <a:t>Deep Learning Models</a:t>
            </a:r>
          </a:p>
          <a:p>
            <a:pPr marL="0" indent="0">
              <a:buNone/>
            </a:pPr>
            <a:r>
              <a:rPr lang="en-IN" sz="1400" i="1" dirty="0">
                <a:solidFill>
                  <a:schemeClr val="bg1">
                    <a:lumMod val="50000"/>
                  </a:schemeClr>
                </a:solidFill>
              </a:rPr>
              <a:t>Improve accuracy using advanced AI models.</a:t>
            </a:r>
          </a:p>
          <a:p>
            <a:pPr marL="0" indent="0">
              <a:buNone/>
            </a:pPr>
            <a:endParaRPr lang="en-IN" dirty="0"/>
          </a:p>
          <a:p>
            <a:pPr marL="0" indent="0">
              <a:buNone/>
            </a:pPr>
            <a:r>
              <a:rPr lang="en-IN" b="1" dirty="0"/>
              <a:t>🗄️ </a:t>
            </a:r>
            <a:r>
              <a:rPr lang="en-IN" b="1" dirty="0">
                <a:solidFill>
                  <a:schemeClr val="accent1"/>
                </a:solidFill>
              </a:rPr>
              <a:t>Database Integration</a:t>
            </a:r>
          </a:p>
          <a:p>
            <a:pPr marL="0" indent="0">
              <a:buNone/>
            </a:pPr>
            <a:r>
              <a:rPr lang="en-IN" sz="1400" i="1" dirty="0">
                <a:solidFill>
                  <a:schemeClr val="bg1">
                    <a:lumMod val="50000"/>
                  </a:schemeClr>
                </a:solidFill>
              </a:rPr>
              <a:t>Store prediction </a:t>
            </a:r>
            <a:r>
              <a:rPr lang="en-IN" sz="1400" i="1" dirty="0" err="1">
                <a:solidFill>
                  <a:schemeClr val="bg1">
                    <a:lumMod val="50000"/>
                  </a:schemeClr>
                </a:solidFill>
              </a:rPr>
              <a:t>historyq</a:t>
            </a:r>
            <a:r>
              <a:rPr lang="en-IN" sz="1400" i="1" dirty="0">
                <a:solidFill>
                  <a:schemeClr val="bg1">
                    <a:lumMod val="50000"/>
                  </a:schemeClr>
                </a:solidFill>
              </a:rPr>
              <a:t> in a database.</a:t>
            </a:r>
          </a:p>
        </p:txBody>
      </p:sp>
    </p:spTree>
    <p:extLst>
      <p:ext uri="{BB962C8B-B14F-4D97-AF65-F5344CB8AC3E}">
        <p14:creationId xmlns:p14="http://schemas.microsoft.com/office/powerpoint/2010/main" val="2588281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EFF16-322D-2497-93B6-E864F38684F4}"/>
              </a:ext>
            </a:extLst>
          </p:cNvPr>
          <p:cNvSpPr>
            <a:spLocks noGrp="1"/>
          </p:cNvSpPr>
          <p:nvPr>
            <p:ph type="title"/>
          </p:nvPr>
        </p:nvSpPr>
        <p:spPr>
          <a:xfrm>
            <a:off x="677334" y="609600"/>
            <a:ext cx="8596668" cy="771144"/>
          </a:xfrm>
        </p:spPr>
        <p:txBody>
          <a:bodyPr/>
          <a:lstStyle/>
          <a:p>
            <a:r>
              <a:rPr lang="en-US" b="1" u="sng" dirty="0"/>
              <a:t>Conclusion</a:t>
            </a:r>
            <a:endParaRPr lang="en-IN" b="1" u="sng" dirty="0"/>
          </a:p>
        </p:txBody>
      </p:sp>
      <p:sp>
        <p:nvSpPr>
          <p:cNvPr id="3" name="Content Placeholder 2">
            <a:extLst>
              <a:ext uri="{FF2B5EF4-FFF2-40B4-BE49-F238E27FC236}">
                <a16:creationId xmlns:a16="http://schemas.microsoft.com/office/drawing/2014/main" id="{E337286B-8C3C-E75A-A8F7-0DAA75B2416A}"/>
              </a:ext>
            </a:extLst>
          </p:cNvPr>
          <p:cNvSpPr>
            <a:spLocks noGrp="1"/>
          </p:cNvSpPr>
          <p:nvPr>
            <p:ph idx="1"/>
          </p:nvPr>
        </p:nvSpPr>
        <p:spPr>
          <a:xfrm>
            <a:off x="677334" y="1545337"/>
            <a:ext cx="8596668" cy="4496026"/>
          </a:xfrm>
        </p:spPr>
        <p:txBody>
          <a:bodyPr/>
          <a:lstStyle/>
          <a:p>
            <a:pPr marL="0" indent="0">
              <a:buNone/>
            </a:pPr>
            <a:r>
              <a:rPr lang="en-IN" dirty="0"/>
              <a:t>The SMS Spam Detector successfully classifies SMS messages as </a:t>
            </a:r>
            <a:r>
              <a:rPr lang="en-IN" b="1" dirty="0"/>
              <a:t>Spam</a:t>
            </a:r>
            <a:r>
              <a:rPr lang="en-IN" dirty="0"/>
              <a:t> or </a:t>
            </a:r>
            <a:r>
              <a:rPr lang="en-IN" b="1" dirty="0"/>
              <a:t>Not Spam</a:t>
            </a:r>
            <a:r>
              <a:rPr lang="en-IN" dirty="0"/>
              <a:t> using the </a:t>
            </a:r>
            <a:r>
              <a:rPr lang="en-IN" b="1" dirty="0"/>
              <a:t>Naive Bayes</a:t>
            </a:r>
            <a:r>
              <a:rPr lang="en-IN" dirty="0"/>
              <a:t> algorithm. It provides fast predictions through a simple web interface and stores recent prediction history. This project shows how Machine Learning can be used to solve a real-life problem in a simple and effective way.</a:t>
            </a:r>
          </a:p>
          <a:p>
            <a:pPr marL="0" indent="0">
              <a:buNone/>
            </a:pPr>
            <a:endParaRPr lang="en-IN" dirty="0"/>
          </a:p>
          <a:p>
            <a:pPr>
              <a:buFont typeface="Wingdings" panose="05000000000000000000" pitchFamily="2" charset="2"/>
              <a:buChar char="q"/>
            </a:pPr>
            <a:r>
              <a:rPr lang="en-IN" dirty="0"/>
              <a:t>Detects Spam and Not Spam messages accurately.</a:t>
            </a:r>
          </a:p>
          <a:p>
            <a:pPr>
              <a:buFont typeface="Wingdings" panose="05000000000000000000" pitchFamily="2" charset="2"/>
              <a:buChar char="q"/>
            </a:pPr>
            <a:r>
              <a:rPr lang="en-IN" dirty="0"/>
              <a:t>Provides fast and reliable predictions.</a:t>
            </a:r>
          </a:p>
          <a:p>
            <a:pPr>
              <a:buFont typeface="Wingdings" panose="05000000000000000000" pitchFamily="2" charset="2"/>
              <a:buChar char="q"/>
            </a:pPr>
            <a:r>
              <a:rPr lang="en-IN" dirty="0"/>
              <a:t>Stores recent prediction history.</a:t>
            </a:r>
          </a:p>
          <a:p>
            <a:pPr>
              <a:buFont typeface="Wingdings" panose="05000000000000000000" pitchFamily="2" charset="2"/>
              <a:buChar char="q"/>
            </a:pPr>
            <a:r>
              <a:rPr lang="en-IN" dirty="0"/>
              <a:t>Simple and easy-to-use web application.</a:t>
            </a:r>
          </a:p>
        </p:txBody>
      </p:sp>
      <p:pic>
        <p:nvPicPr>
          <p:cNvPr id="5" name="Graphic 4" descr="A scattering of small circles">
            <a:extLst>
              <a:ext uri="{FF2B5EF4-FFF2-40B4-BE49-F238E27FC236}">
                <a16:creationId xmlns:a16="http://schemas.microsoft.com/office/drawing/2014/main" id="{A5C86138-3D24-293C-2A69-7E5EEB975E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6000" y="2648712"/>
            <a:ext cx="3742944" cy="3742944"/>
          </a:xfrm>
          <a:prstGeom prst="rect">
            <a:avLst/>
          </a:prstGeom>
        </p:spPr>
      </p:pic>
      <p:pic>
        <p:nvPicPr>
          <p:cNvPr id="6" name="Graphic 5" descr="A scattering of small circles">
            <a:extLst>
              <a:ext uri="{FF2B5EF4-FFF2-40B4-BE49-F238E27FC236}">
                <a16:creationId xmlns:a16="http://schemas.microsoft.com/office/drawing/2014/main" id="{42EC28C4-A542-700F-E6C4-0E284374E3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31058" y="3441191"/>
            <a:ext cx="3742944" cy="3742944"/>
          </a:xfrm>
          <a:prstGeom prst="rect">
            <a:avLst/>
          </a:prstGeom>
        </p:spPr>
      </p:pic>
    </p:spTree>
    <p:extLst>
      <p:ext uri="{BB962C8B-B14F-4D97-AF65-F5344CB8AC3E}">
        <p14:creationId xmlns:p14="http://schemas.microsoft.com/office/powerpoint/2010/main" val="3430342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8AEDF4-0DA0-8129-13FF-FE2EA1C06C65}"/>
              </a:ext>
            </a:extLst>
          </p:cNvPr>
          <p:cNvSpPr txBox="1"/>
          <p:nvPr/>
        </p:nvSpPr>
        <p:spPr>
          <a:xfrm>
            <a:off x="923544" y="2465308"/>
            <a:ext cx="8705088" cy="1569660"/>
          </a:xfrm>
          <a:prstGeom prst="rect">
            <a:avLst/>
          </a:prstGeom>
          <a:noFill/>
        </p:spPr>
        <p:txBody>
          <a:bodyPr wrap="square" rtlCol="0">
            <a:spAutoFit/>
          </a:bodyPr>
          <a:lstStyle/>
          <a:p>
            <a:pPr algn="ctr"/>
            <a:r>
              <a:rPr lang="en-US" sz="9600" dirty="0">
                <a:solidFill>
                  <a:schemeClr val="accent1"/>
                </a:solidFill>
                <a:effectLst>
                  <a:outerShdw blurRad="60007" dir="15000000" sx="85000" sy="85000" kx="-1800000" algn="bl" rotWithShape="0">
                    <a:prstClr val="black">
                      <a:alpha val="37000"/>
                    </a:prstClr>
                  </a:outerShdw>
                </a:effectLst>
                <a:latin typeface="Arial Black" panose="020B0A04020102020204" pitchFamily="34" charset="0"/>
              </a:rPr>
              <a:t>Thank You</a:t>
            </a:r>
            <a:endParaRPr lang="en-IN" sz="9600" dirty="0">
              <a:solidFill>
                <a:schemeClr val="accent1"/>
              </a:solidFill>
              <a:effectLst>
                <a:outerShdw blurRad="60007" dir="15000000" sx="85000" sy="85000" kx="-1800000" algn="bl" rotWithShape="0">
                  <a:prstClr val="black">
                    <a:alpha val="37000"/>
                  </a:prstClr>
                </a:outerShdw>
              </a:effectLst>
              <a:latin typeface="Arial Black" panose="020B0A04020102020204" pitchFamily="34" charset="0"/>
            </a:endParaRPr>
          </a:p>
        </p:txBody>
      </p:sp>
      <p:pic>
        <p:nvPicPr>
          <p:cNvPr id="4" name="Graphic 3" descr="Grinning face outline with solid fill">
            <a:extLst>
              <a:ext uri="{FF2B5EF4-FFF2-40B4-BE49-F238E27FC236}">
                <a16:creationId xmlns:a16="http://schemas.microsoft.com/office/drawing/2014/main" id="{E820621B-DF3B-1DD1-404D-F6D309DED8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88992" y="4690872"/>
            <a:ext cx="1207008" cy="1207008"/>
          </a:xfrm>
          <a:prstGeom prst="rect">
            <a:avLst/>
          </a:prstGeom>
          <a:effectLst>
            <a:outerShdw blurRad="152400" dist="317500" dir="5400000" sx="90000" sy="-19000" rotWithShape="0">
              <a:prstClr val="black">
                <a:alpha val="15000"/>
              </a:prstClr>
            </a:outerShdw>
            <a:reflection blurRad="6350" stA="50000" endA="300" endPos="55500" dist="50800" dir="5400000" sy="-100000" algn="bl" rotWithShape="0"/>
          </a:effectLst>
        </p:spPr>
      </p:pic>
    </p:spTree>
    <p:extLst>
      <p:ext uri="{BB962C8B-B14F-4D97-AF65-F5344CB8AC3E}">
        <p14:creationId xmlns:p14="http://schemas.microsoft.com/office/powerpoint/2010/main" val="2880459520"/>
      </p:ext>
    </p:extLst>
  </p:cSld>
  <p:clrMapOvr>
    <a:masterClrMapping/>
  </p:clrMapOvr>
</p:sld>
</file>

<file path=ppt/theme/theme1.xml><?xml version="1.0" encoding="utf-8"?>
<a:theme xmlns:a="http://schemas.openxmlformats.org/drawingml/2006/main" name="Face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
  <TotalTime>383</TotalTime>
  <Words>643</Words>
  <Application>Microsoft Office PowerPoint</Application>
  <PresentationFormat>Widescreen</PresentationFormat>
  <Paragraphs>166</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Arial Black</vt:lpstr>
      <vt:lpstr>Bahnschrift Light</vt:lpstr>
      <vt:lpstr>Bahnschrift Light SemiCondensed</vt:lpstr>
      <vt:lpstr>Trebuchet MS</vt:lpstr>
      <vt:lpstr>Wingdings</vt:lpstr>
      <vt:lpstr>Wingdings 3</vt:lpstr>
      <vt:lpstr>Facet</vt:lpstr>
      <vt:lpstr>PowerPoint Presentation</vt:lpstr>
      <vt:lpstr>Introduction  Spam SMS messages are unwanted messages that usually contain fake offers, lottery scams or harmful links. These messages waste time and can sometimes lead to fraud. Machine Learning helps in identifying these messages automatically.  1.Spam messages are common.  2.Manual filtering takes time.  3.Machine Learning improves accuracy.  4.This project detects Spam and Not Spam messages. </vt:lpstr>
      <vt:lpstr>Problem Statement</vt:lpstr>
      <vt:lpstr>Objectives</vt:lpstr>
      <vt:lpstr>Technologies Used</vt:lpstr>
      <vt:lpstr>Project Workflow</vt:lpstr>
      <vt:lpstr>Code Explanation</vt:lpstr>
      <vt:lpstr>Project Screenshots</vt:lpstr>
      <vt:lpstr>Result</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sharmapriyanshi272@outlook.com</dc:creator>
  <cp:lastModifiedBy>sharmapriyanshi272@outlook.com</cp:lastModifiedBy>
  <cp:revision>1</cp:revision>
  <dcterms:created xsi:type="dcterms:W3CDTF">2026-07-14T16:15:18Z</dcterms:created>
  <dcterms:modified xsi:type="dcterms:W3CDTF">2026-07-15T06:57:34Z</dcterms:modified>
</cp:coreProperties>
</file>